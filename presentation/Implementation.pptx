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C025503-53F0-4024-89A8-C3BCEEBD957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F394790-C7D6-4491-A3E2-B42E6DF4B1E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Implementation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AF optimization with evolutionary algorithm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Neural Network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Based on basics group’s Python version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Addition: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self.activation_funs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Stores activation function vector per hidden layer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Last layer keeps sigmoid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Evolutionary Algorithm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SC"/>
              </a:rPr>
              <a:t>Tournament selection (with replacement)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SC"/>
              </a:rPr>
              <a:t>No elitism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SC"/>
              </a:rPr>
              <a:t>All networks trained separately (on same batch)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SC"/>
              </a:rPr>
              <a:t>Fitness: mean squared error on current batch (doesn’t modify weight)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SC"/>
              </a:rPr>
              <a:t>Crossover or max() randomly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ource Han Sans SC"/>
              </a:rPr>
              <a:t>Mutation: 1% probability, 20% of functions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"/>
          <p:cNvPicPr/>
          <p:nvPr/>
        </p:nvPicPr>
        <p:blipFill>
          <a:blip r:embed="rId1"/>
          <a:stretch/>
        </p:blipFill>
        <p:spPr>
          <a:xfrm>
            <a:off x="504000" y="419400"/>
            <a:ext cx="9116280" cy="506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questions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Since we train networks separately, separate weights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happens on crossover?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 slow to support large population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Lots of slow copies, matrix multiplication in Python (use PyTorch)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lnSpc>
                <a:spcPct val="100000"/>
              </a:lnSpc>
              <a:spcBef>
                <a:spcPts val="1417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 for your attention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2026-06-03T07:43:44Z</dcterms:created>
  <dc:creator/>
  <dc:description/>
  <dc:language>en-US</dc:language>
  <cp:lastModifiedBy/>
  <dcterms:modified xsi:type="dcterms:W3CDTF">2026-06-03T08:55:23Z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