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A8BED-00C7-8580-923F-7EC225B747A1}" v="4" dt="2026-03-23T09:17:33.319"/>
    <p1510:client id="{32EC7EF7-4033-1405-EF70-DB4DEAEDBCD4}" v="15" dt="2026-03-23T09:32:43.374"/>
    <p1510:client id="{7CDDD160-49B7-F55A-6DF9-E28DC8E66B54}" v="567" dt="2026-03-22T18:17:45.655"/>
    <p1510:client id="{87610581-A6D4-6749-E9B7-8E37BB6C2979}" v="240" dt="2026-03-23T13:15:43.739"/>
    <p1510:client id="{C394406C-12C8-25D3-8CCE-AB25720E620F}" v="8" dt="2026-03-23T07:02:24.498"/>
    <p1510:client id="{FA86A25E-0FD6-0678-68E8-B87323081A1C}" v="9" dt="2026-03-23T08:32:5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9D82EC-E8D7-48DA-8C5E-8DD4E1B0C95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1C637-EA81-4AA6-B40C-5FC2AB58198F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ANNS </a:t>
          </a:r>
          <a:r>
            <a:rPr lang="en-US" dirty="0" err="1">
              <a:latin typeface="Univers Condensed"/>
            </a:rPr>
            <a:t>verwendet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meinst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eine</a:t>
          </a:r>
          <a:r>
            <a:rPr lang="en-US" dirty="0">
              <a:latin typeface="Univers Condensed"/>
            </a:rPr>
            <a:t> AF </a:t>
          </a:r>
          <a:r>
            <a:rPr lang="en-US" dirty="0" err="1">
              <a:latin typeface="Univers Condensed"/>
            </a:rPr>
            <a:t>überall</a:t>
          </a:r>
          <a:r>
            <a:rPr lang="en-US" dirty="0">
              <a:latin typeface="Univers Condensed"/>
            </a:rPr>
            <a:t> (Z.B. </a:t>
          </a:r>
          <a:r>
            <a:rPr lang="en-US" dirty="0" err="1">
              <a:latin typeface="Univers Condensed"/>
            </a:rPr>
            <a:t>ReLU</a:t>
          </a:r>
          <a:r>
            <a:rPr lang="en-US" dirty="0">
              <a:latin typeface="Univers Condensed"/>
            </a:rPr>
            <a:t>)</a:t>
          </a:r>
          <a:endParaRPr lang="en-US" dirty="0"/>
        </a:p>
      </dgm:t>
    </dgm:pt>
    <dgm:pt modelId="{89A794F4-464D-41FB-BBDF-88820C346AD2}" type="parTrans" cxnId="{8A4200E4-B3FD-47B0-B6D1-3697EBBA83D1}">
      <dgm:prSet/>
      <dgm:spPr/>
      <dgm:t>
        <a:bodyPr/>
        <a:lstStyle/>
        <a:p>
          <a:endParaRPr lang="en-US"/>
        </a:p>
      </dgm:t>
    </dgm:pt>
    <dgm:pt modelId="{5F0B2D6D-244E-4A62-8F40-22F8A16ABEF7}" type="sibTrans" cxnId="{8A4200E4-B3FD-47B0-B6D1-3697EBBA83D1}">
      <dgm:prSet/>
      <dgm:spPr/>
      <dgm:t>
        <a:bodyPr/>
        <a:lstStyle/>
        <a:p>
          <a:endParaRPr lang="en-US"/>
        </a:p>
      </dgm:t>
    </dgm:pt>
    <dgm:pt modelId="{E17A1B87-E5FE-4F72-92F9-A754F714D9D0}">
      <dgm:prSet phldr="0"/>
      <dgm:spPr/>
      <dgm:t>
        <a:bodyPr/>
        <a:lstStyle/>
        <a:p>
          <a:pPr rtl="0"/>
          <a:r>
            <a:rPr lang="en-US" dirty="0" err="1">
              <a:latin typeface="Univers Condensed"/>
            </a:rPr>
            <a:t>Verschiedene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Neuronen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brauchen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dirty="0" err="1">
              <a:latin typeface="Univers Condensed"/>
            </a:rPr>
            <a:t>verschidilsche</a:t>
          </a:r>
          <a:r>
            <a:rPr lang="en-US" dirty="0">
              <a:latin typeface="Univers Condensed"/>
            </a:rPr>
            <a:t> Afs</a:t>
          </a:r>
        </a:p>
      </dgm:t>
    </dgm:pt>
    <dgm:pt modelId="{FE9267C2-78EC-447B-A88C-150FF168E874}" type="parTrans" cxnId="{F227EDFF-B34D-4D09-9063-F9944E14C226}">
      <dgm:prSet/>
      <dgm:spPr/>
      <dgm:t>
        <a:bodyPr/>
        <a:lstStyle/>
        <a:p>
          <a:endParaRPr lang="en-US"/>
        </a:p>
      </dgm:t>
    </dgm:pt>
    <dgm:pt modelId="{3EF9BE4E-A264-4906-AB9F-4E0D651443C9}" type="sibTrans" cxnId="{F227EDFF-B34D-4D09-9063-F9944E14C226}">
      <dgm:prSet/>
      <dgm:spPr/>
      <dgm:t>
        <a:bodyPr/>
        <a:lstStyle/>
        <a:p>
          <a:endParaRPr lang="en-US"/>
        </a:p>
      </dgm:t>
    </dgm:pt>
    <dgm:pt modelId="{4D3A7811-4630-41F7-AB2C-C04BE5BCCCC6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Ziel : </a:t>
          </a:r>
          <a:r>
            <a:rPr lang="en-US" dirty="0" err="1">
              <a:latin typeface="Univers Condensed"/>
            </a:rPr>
            <a:t>Automatisch</a:t>
          </a:r>
          <a:r>
            <a:rPr lang="en-US" dirty="0">
              <a:latin typeface="Univers Condensed"/>
            </a:rPr>
            <a:t> die </a:t>
          </a:r>
          <a:r>
            <a:rPr lang="en-US" dirty="0" err="1">
              <a:latin typeface="Univers Condensed"/>
            </a:rPr>
            <a:t>Optimale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Verteilung</a:t>
          </a:r>
          <a:r>
            <a:rPr lang="en-US" dirty="0">
              <a:latin typeface="Univers Condensed"/>
            </a:rPr>
            <a:t> </a:t>
          </a:r>
          <a:r>
            <a:rPr lang="en-US" dirty="0" err="1">
              <a:latin typeface="Univers Condensed"/>
            </a:rPr>
            <a:t>finden</a:t>
          </a:r>
          <a:endParaRPr lang="en-US" dirty="0"/>
        </a:p>
      </dgm:t>
    </dgm:pt>
    <dgm:pt modelId="{DF29F667-CFF3-4A6E-9C10-210CB201B343}" type="parTrans" cxnId="{45D28B25-0FCB-4C5B-8632-050D5986D2C2}">
      <dgm:prSet/>
      <dgm:spPr/>
      <dgm:t>
        <a:bodyPr/>
        <a:lstStyle/>
        <a:p>
          <a:endParaRPr lang="en-US"/>
        </a:p>
      </dgm:t>
    </dgm:pt>
    <dgm:pt modelId="{DAD923AE-9BF2-4379-B9E3-ABE9E35EADF8}" type="sibTrans" cxnId="{45D28B25-0FCB-4C5B-8632-050D5986D2C2}">
      <dgm:prSet/>
      <dgm:spPr/>
      <dgm:t>
        <a:bodyPr/>
        <a:lstStyle/>
        <a:p>
          <a:endParaRPr lang="en-US"/>
        </a:p>
      </dgm:t>
    </dgm:pt>
    <dgm:pt modelId="{8FC8C0D9-0501-4345-8F56-F23B2CCE901A}" type="pres">
      <dgm:prSet presAssocID="{679D82EC-E8D7-48DA-8C5E-8DD4E1B0C95B}" presName="outerComposite" presStyleCnt="0">
        <dgm:presLayoutVars>
          <dgm:chMax val="5"/>
          <dgm:dir/>
          <dgm:resizeHandles val="exact"/>
        </dgm:presLayoutVars>
      </dgm:prSet>
      <dgm:spPr/>
    </dgm:pt>
    <dgm:pt modelId="{D467194C-6996-4AB0-8C46-BB2B81D5064C}" type="pres">
      <dgm:prSet presAssocID="{679D82EC-E8D7-48DA-8C5E-8DD4E1B0C95B}" presName="dummyMaxCanvas" presStyleCnt="0">
        <dgm:presLayoutVars/>
      </dgm:prSet>
      <dgm:spPr/>
    </dgm:pt>
    <dgm:pt modelId="{98D10FE6-CABD-4045-8FAB-ED5452BA3139}" type="pres">
      <dgm:prSet presAssocID="{679D82EC-E8D7-48DA-8C5E-8DD4E1B0C95B}" presName="ThreeNodes_1" presStyleLbl="node1" presStyleIdx="0" presStyleCnt="3">
        <dgm:presLayoutVars>
          <dgm:bulletEnabled val="1"/>
        </dgm:presLayoutVars>
      </dgm:prSet>
      <dgm:spPr/>
    </dgm:pt>
    <dgm:pt modelId="{4944C081-BE29-419A-A2CD-6D1A2D764057}" type="pres">
      <dgm:prSet presAssocID="{679D82EC-E8D7-48DA-8C5E-8DD4E1B0C95B}" presName="ThreeNodes_2" presStyleLbl="node1" presStyleIdx="1" presStyleCnt="3">
        <dgm:presLayoutVars>
          <dgm:bulletEnabled val="1"/>
        </dgm:presLayoutVars>
      </dgm:prSet>
      <dgm:spPr/>
    </dgm:pt>
    <dgm:pt modelId="{9405AA83-B446-4B84-9429-290B2B21BDB3}" type="pres">
      <dgm:prSet presAssocID="{679D82EC-E8D7-48DA-8C5E-8DD4E1B0C95B}" presName="ThreeNodes_3" presStyleLbl="node1" presStyleIdx="2" presStyleCnt="3">
        <dgm:presLayoutVars>
          <dgm:bulletEnabled val="1"/>
        </dgm:presLayoutVars>
      </dgm:prSet>
      <dgm:spPr/>
    </dgm:pt>
    <dgm:pt modelId="{DDB6AB74-CFDD-4436-BF96-AAE5B9D47CAC}" type="pres">
      <dgm:prSet presAssocID="{679D82EC-E8D7-48DA-8C5E-8DD4E1B0C95B}" presName="ThreeConn_1-2" presStyleLbl="fgAccFollowNode1" presStyleIdx="0" presStyleCnt="2">
        <dgm:presLayoutVars>
          <dgm:bulletEnabled val="1"/>
        </dgm:presLayoutVars>
      </dgm:prSet>
      <dgm:spPr/>
    </dgm:pt>
    <dgm:pt modelId="{7EE72782-3C6D-408F-BE6A-DF66F3E02394}" type="pres">
      <dgm:prSet presAssocID="{679D82EC-E8D7-48DA-8C5E-8DD4E1B0C95B}" presName="ThreeConn_2-3" presStyleLbl="fgAccFollowNode1" presStyleIdx="1" presStyleCnt="2">
        <dgm:presLayoutVars>
          <dgm:bulletEnabled val="1"/>
        </dgm:presLayoutVars>
      </dgm:prSet>
      <dgm:spPr/>
    </dgm:pt>
    <dgm:pt modelId="{F6A604FA-55BA-480D-8056-9A557584FD44}" type="pres">
      <dgm:prSet presAssocID="{679D82EC-E8D7-48DA-8C5E-8DD4E1B0C95B}" presName="ThreeNodes_1_text" presStyleLbl="node1" presStyleIdx="2" presStyleCnt="3">
        <dgm:presLayoutVars>
          <dgm:bulletEnabled val="1"/>
        </dgm:presLayoutVars>
      </dgm:prSet>
      <dgm:spPr/>
    </dgm:pt>
    <dgm:pt modelId="{4173FBF0-E3F8-4CC0-B30C-EB78378D71E7}" type="pres">
      <dgm:prSet presAssocID="{679D82EC-E8D7-48DA-8C5E-8DD4E1B0C95B}" presName="ThreeNodes_2_text" presStyleLbl="node1" presStyleIdx="2" presStyleCnt="3">
        <dgm:presLayoutVars>
          <dgm:bulletEnabled val="1"/>
        </dgm:presLayoutVars>
      </dgm:prSet>
      <dgm:spPr/>
    </dgm:pt>
    <dgm:pt modelId="{4657F1AD-7145-49C4-A03C-A3CE9D592231}" type="pres">
      <dgm:prSet presAssocID="{679D82EC-E8D7-48DA-8C5E-8DD4E1B0C95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A1FEB10-61AB-4313-9363-8D3046D5C9CA}" type="presOf" srcId="{7F71C637-EA81-4AA6-B40C-5FC2AB58198F}" destId="{98D10FE6-CABD-4045-8FAB-ED5452BA3139}" srcOrd="0" destOrd="0" presId="urn:microsoft.com/office/officeart/2005/8/layout/vProcess5"/>
    <dgm:cxn modelId="{7AA40F12-DA0C-4367-9211-BB467DDBF3FB}" type="presOf" srcId="{E17A1B87-E5FE-4F72-92F9-A754F714D9D0}" destId="{4173FBF0-E3F8-4CC0-B30C-EB78378D71E7}" srcOrd="1" destOrd="0" presId="urn:microsoft.com/office/officeart/2005/8/layout/vProcess5"/>
    <dgm:cxn modelId="{45D28B25-0FCB-4C5B-8632-050D5986D2C2}" srcId="{679D82EC-E8D7-48DA-8C5E-8DD4E1B0C95B}" destId="{4D3A7811-4630-41F7-AB2C-C04BE5BCCCC6}" srcOrd="2" destOrd="0" parTransId="{DF29F667-CFF3-4A6E-9C10-210CB201B343}" sibTransId="{DAD923AE-9BF2-4379-B9E3-ABE9E35EADF8}"/>
    <dgm:cxn modelId="{9C9B1F71-6D27-48B5-9E22-E4064D875C93}" type="presOf" srcId="{679D82EC-E8D7-48DA-8C5E-8DD4E1B0C95B}" destId="{8FC8C0D9-0501-4345-8F56-F23B2CCE901A}" srcOrd="0" destOrd="0" presId="urn:microsoft.com/office/officeart/2005/8/layout/vProcess5"/>
    <dgm:cxn modelId="{D54E3A92-13AA-48A2-828E-73079A0E9E8F}" type="presOf" srcId="{7F71C637-EA81-4AA6-B40C-5FC2AB58198F}" destId="{F6A604FA-55BA-480D-8056-9A557584FD44}" srcOrd="1" destOrd="0" presId="urn:microsoft.com/office/officeart/2005/8/layout/vProcess5"/>
    <dgm:cxn modelId="{013EBF93-CFC9-4576-9611-CD35DD35D58A}" type="presOf" srcId="{5F0B2D6D-244E-4A62-8F40-22F8A16ABEF7}" destId="{DDB6AB74-CFDD-4436-BF96-AAE5B9D47CAC}" srcOrd="0" destOrd="0" presId="urn:microsoft.com/office/officeart/2005/8/layout/vProcess5"/>
    <dgm:cxn modelId="{784BE29E-9A69-4D91-AF6B-2028BC1DDF17}" type="presOf" srcId="{E17A1B87-E5FE-4F72-92F9-A754F714D9D0}" destId="{4944C081-BE29-419A-A2CD-6D1A2D764057}" srcOrd="0" destOrd="0" presId="urn:microsoft.com/office/officeart/2005/8/layout/vProcess5"/>
    <dgm:cxn modelId="{31FB7BCF-D97F-41DF-B8C0-8F6DBDA0490C}" type="presOf" srcId="{4D3A7811-4630-41F7-AB2C-C04BE5BCCCC6}" destId="{4657F1AD-7145-49C4-A03C-A3CE9D592231}" srcOrd="1" destOrd="0" presId="urn:microsoft.com/office/officeart/2005/8/layout/vProcess5"/>
    <dgm:cxn modelId="{A486A1DF-5701-491E-99F5-1476D03FF023}" type="presOf" srcId="{3EF9BE4E-A264-4906-AB9F-4E0D651443C9}" destId="{7EE72782-3C6D-408F-BE6A-DF66F3E02394}" srcOrd="0" destOrd="0" presId="urn:microsoft.com/office/officeart/2005/8/layout/vProcess5"/>
    <dgm:cxn modelId="{7706BDDF-0F0D-4974-8E95-8D8996ECCC95}" type="presOf" srcId="{4D3A7811-4630-41F7-AB2C-C04BE5BCCCC6}" destId="{9405AA83-B446-4B84-9429-290B2B21BDB3}" srcOrd="0" destOrd="0" presId="urn:microsoft.com/office/officeart/2005/8/layout/vProcess5"/>
    <dgm:cxn modelId="{8A4200E4-B3FD-47B0-B6D1-3697EBBA83D1}" srcId="{679D82EC-E8D7-48DA-8C5E-8DD4E1B0C95B}" destId="{7F71C637-EA81-4AA6-B40C-5FC2AB58198F}" srcOrd="0" destOrd="0" parTransId="{89A794F4-464D-41FB-BBDF-88820C346AD2}" sibTransId="{5F0B2D6D-244E-4A62-8F40-22F8A16ABEF7}"/>
    <dgm:cxn modelId="{F227EDFF-B34D-4D09-9063-F9944E14C226}" srcId="{679D82EC-E8D7-48DA-8C5E-8DD4E1B0C95B}" destId="{E17A1B87-E5FE-4F72-92F9-A754F714D9D0}" srcOrd="1" destOrd="0" parTransId="{FE9267C2-78EC-447B-A88C-150FF168E874}" sibTransId="{3EF9BE4E-A264-4906-AB9F-4E0D651443C9}"/>
    <dgm:cxn modelId="{3DDD6B5E-2D20-4CC8-A6DF-9715025BA90E}" type="presParOf" srcId="{8FC8C0D9-0501-4345-8F56-F23B2CCE901A}" destId="{D467194C-6996-4AB0-8C46-BB2B81D5064C}" srcOrd="0" destOrd="0" presId="urn:microsoft.com/office/officeart/2005/8/layout/vProcess5"/>
    <dgm:cxn modelId="{D64C7AF7-BABF-4151-8598-48EEB2FF7E4B}" type="presParOf" srcId="{8FC8C0D9-0501-4345-8F56-F23B2CCE901A}" destId="{98D10FE6-CABD-4045-8FAB-ED5452BA3139}" srcOrd="1" destOrd="0" presId="urn:microsoft.com/office/officeart/2005/8/layout/vProcess5"/>
    <dgm:cxn modelId="{19F2E883-E874-4398-A7B2-AF7D7F70DF27}" type="presParOf" srcId="{8FC8C0D9-0501-4345-8F56-F23B2CCE901A}" destId="{4944C081-BE29-419A-A2CD-6D1A2D764057}" srcOrd="2" destOrd="0" presId="urn:microsoft.com/office/officeart/2005/8/layout/vProcess5"/>
    <dgm:cxn modelId="{BE71138B-2707-43CE-80FB-EC06FD850518}" type="presParOf" srcId="{8FC8C0D9-0501-4345-8F56-F23B2CCE901A}" destId="{9405AA83-B446-4B84-9429-290B2B21BDB3}" srcOrd="3" destOrd="0" presId="urn:microsoft.com/office/officeart/2005/8/layout/vProcess5"/>
    <dgm:cxn modelId="{9A80A953-22D3-4E1E-9172-0123EF930139}" type="presParOf" srcId="{8FC8C0D9-0501-4345-8F56-F23B2CCE901A}" destId="{DDB6AB74-CFDD-4436-BF96-AAE5B9D47CAC}" srcOrd="4" destOrd="0" presId="urn:microsoft.com/office/officeart/2005/8/layout/vProcess5"/>
    <dgm:cxn modelId="{4DBA1F61-53B4-4AF5-9C9E-389115184729}" type="presParOf" srcId="{8FC8C0D9-0501-4345-8F56-F23B2CCE901A}" destId="{7EE72782-3C6D-408F-BE6A-DF66F3E02394}" srcOrd="5" destOrd="0" presId="urn:microsoft.com/office/officeart/2005/8/layout/vProcess5"/>
    <dgm:cxn modelId="{B2D2CC5B-632E-4E5E-A807-B79CC0A46E59}" type="presParOf" srcId="{8FC8C0D9-0501-4345-8F56-F23B2CCE901A}" destId="{F6A604FA-55BA-480D-8056-9A557584FD44}" srcOrd="6" destOrd="0" presId="urn:microsoft.com/office/officeart/2005/8/layout/vProcess5"/>
    <dgm:cxn modelId="{EC6EF0DB-0B84-4899-A5E1-CD6BF2E79112}" type="presParOf" srcId="{8FC8C0D9-0501-4345-8F56-F23B2CCE901A}" destId="{4173FBF0-E3F8-4CC0-B30C-EB78378D71E7}" srcOrd="7" destOrd="0" presId="urn:microsoft.com/office/officeart/2005/8/layout/vProcess5"/>
    <dgm:cxn modelId="{79E062FD-0C06-4580-BB26-77C7056DD297}" type="presParOf" srcId="{8FC8C0D9-0501-4345-8F56-F23B2CCE901A}" destId="{4657F1AD-7145-49C4-A03C-A3CE9D59223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9D82EC-E8D7-48DA-8C5E-8DD4E1B0C9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F71C637-EA81-4AA6-B40C-5FC2AB58198F}">
      <dgm:prSet/>
      <dgm:spPr/>
      <dgm:t>
        <a:bodyPr/>
        <a:lstStyle/>
        <a:p>
          <a:r>
            <a:rPr lang="en-US"/>
            <a:t>Einfacher Evolutuinsalgorithmus</a:t>
          </a:r>
        </a:p>
      </dgm:t>
    </dgm:pt>
    <dgm:pt modelId="{89A794F4-464D-41FB-BBDF-88820C346AD2}" type="parTrans" cxnId="{8A4200E4-B3FD-47B0-B6D1-3697EBBA83D1}">
      <dgm:prSet/>
      <dgm:spPr/>
      <dgm:t>
        <a:bodyPr/>
        <a:lstStyle/>
        <a:p>
          <a:endParaRPr lang="en-US"/>
        </a:p>
      </dgm:t>
    </dgm:pt>
    <dgm:pt modelId="{5F0B2D6D-244E-4A62-8F40-22F8A16ABEF7}" type="sibTrans" cxnId="{8A4200E4-B3FD-47B0-B6D1-3697EBBA83D1}">
      <dgm:prSet/>
      <dgm:spPr/>
      <dgm:t>
        <a:bodyPr/>
        <a:lstStyle/>
        <a:p>
          <a:endParaRPr lang="en-US"/>
        </a:p>
      </dgm:t>
    </dgm:pt>
    <dgm:pt modelId="{E17A1B87-E5FE-4F72-92F9-A754F714D9D0}">
      <dgm:prSet/>
      <dgm:spPr/>
      <dgm:t>
        <a:bodyPr/>
        <a:lstStyle/>
        <a:p>
          <a:r>
            <a:rPr lang="en-US"/>
            <a:t>Jedes Individuum = Af-Zuweisung pro Neuron</a:t>
          </a:r>
        </a:p>
      </dgm:t>
    </dgm:pt>
    <dgm:pt modelId="{FE9267C2-78EC-447B-A88C-150FF168E874}" type="parTrans" cxnId="{F227EDFF-B34D-4D09-9063-F9944E14C226}">
      <dgm:prSet/>
      <dgm:spPr/>
      <dgm:t>
        <a:bodyPr/>
        <a:lstStyle/>
        <a:p>
          <a:endParaRPr lang="en-US"/>
        </a:p>
      </dgm:t>
    </dgm:pt>
    <dgm:pt modelId="{3EF9BE4E-A264-4906-AB9F-4E0D651443C9}" type="sibTrans" cxnId="{F227EDFF-B34D-4D09-9063-F9944E14C226}">
      <dgm:prSet/>
      <dgm:spPr/>
      <dgm:t>
        <a:bodyPr/>
        <a:lstStyle/>
        <a:p>
          <a:endParaRPr lang="en-US"/>
        </a:p>
      </dgm:t>
    </dgm:pt>
    <dgm:pt modelId="{4D3A7811-4630-41F7-AB2C-C04BE5BCCCC6}">
      <dgm:prSet/>
      <dgm:spPr/>
      <dgm:t>
        <a:bodyPr/>
        <a:lstStyle/>
        <a:p>
          <a:r>
            <a:rPr lang="en-US"/>
            <a:t>Evolution + Backpropagation      Beste Kombination</a:t>
          </a:r>
        </a:p>
      </dgm:t>
    </dgm:pt>
    <dgm:pt modelId="{DF29F667-CFF3-4A6E-9C10-210CB201B343}" type="parTrans" cxnId="{45D28B25-0FCB-4C5B-8632-050D5986D2C2}">
      <dgm:prSet/>
      <dgm:spPr/>
      <dgm:t>
        <a:bodyPr/>
        <a:lstStyle/>
        <a:p>
          <a:endParaRPr lang="en-US"/>
        </a:p>
      </dgm:t>
    </dgm:pt>
    <dgm:pt modelId="{DAD923AE-9BF2-4379-B9E3-ABE9E35EADF8}" type="sibTrans" cxnId="{45D28B25-0FCB-4C5B-8632-050D5986D2C2}">
      <dgm:prSet/>
      <dgm:spPr/>
      <dgm:t>
        <a:bodyPr/>
        <a:lstStyle/>
        <a:p>
          <a:endParaRPr lang="en-US"/>
        </a:p>
      </dgm:t>
    </dgm:pt>
    <dgm:pt modelId="{C9A11BE2-E8FB-456A-A6E5-8E11714E932A}" type="pres">
      <dgm:prSet presAssocID="{679D82EC-E8D7-48DA-8C5E-8DD4E1B0C95B}" presName="linear" presStyleCnt="0">
        <dgm:presLayoutVars>
          <dgm:animLvl val="lvl"/>
          <dgm:resizeHandles val="exact"/>
        </dgm:presLayoutVars>
      </dgm:prSet>
      <dgm:spPr/>
    </dgm:pt>
    <dgm:pt modelId="{21A9F6E8-2070-4A12-BC46-16EF89A98532}" type="pres">
      <dgm:prSet presAssocID="{7F71C637-EA81-4AA6-B40C-5FC2AB5819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A8CAD2-91A5-4719-B88A-EA5DDE8DA08E}" type="pres">
      <dgm:prSet presAssocID="{5F0B2D6D-244E-4A62-8F40-22F8A16ABEF7}" presName="spacer" presStyleCnt="0"/>
      <dgm:spPr/>
    </dgm:pt>
    <dgm:pt modelId="{3E68234C-0805-493C-B2FC-15815AE09C08}" type="pres">
      <dgm:prSet presAssocID="{E17A1B87-E5FE-4F72-92F9-A754F714D9D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C68597-C406-4075-B20E-F17DF3CE5EA9}" type="pres">
      <dgm:prSet presAssocID="{3EF9BE4E-A264-4906-AB9F-4E0D651443C9}" presName="spacer" presStyleCnt="0"/>
      <dgm:spPr/>
    </dgm:pt>
    <dgm:pt modelId="{4CA6A52D-6D54-4C42-968A-DC46182976C6}" type="pres">
      <dgm:prSet presAssocID="{4D3A7811-4630-41F7-AB2C-C04BE5BCCC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C6E604-AEAB-4EAC-9331-112AC5781EB8}" type="presOf" srcId="{7F71C637-EA81-4AA6-B40C-5FC2AB58198F}" destId="{21A9F6E8-2070-4A12-BC46-16EF89A98532}" srcOrd="0" destOrd="0" presId="urn:microsoft.com/office/officeart/2005/8/layout/vList2"/>
    <dgm:cxn modelId="{D4FBAF09-4DD8-452A-9768-E2524E9C2933}" type="presOf" srcId="{679D82EC-E8D7-48DA-8C5E-8DD4E1B0C95B}" destId="{C9A11BE2-E8FB-456A-A6E5-8E11714E932A}" srcOrd="0" destOrd="0" presId="urn:microsoft.com/office/officeart/2005/8/layout/vList2"/>
    <dgm:cxn modelId="{45D28B25-0FCB-4C5B-8632-050D5986D2C2}" srcId="{679D82EC-E8D7-48DA-8C5E-8DD4E1B0C95B}" destId="{4D3A7811-4630-41F7-AB2C-C04BE5BCCCC6}" srcOrd="2" destOrd="0" parTransId="{DF29F667-CFF3-4A6E-9C10-210CB201B343}" sibTransId="{DAD923AE-9BF2-4379-B9E3-ABE9E35EADF8}"/>
    <dgm:cxn modelId="{1201CB73-6C3E-459B-9161-8DE7E88A1C2C}" type="presOf" srcId="{E17A1B87-E5FE-4F72-92F9-A754F714D9D0}" destId="{3E68234C-0805-493C-B2FC-15815AE09C08}" srcOrd="0" destOrd="0" presId="urn:microsoft.com/office/officeart/2005/8/layout/vList2"/>
    <dgm:cxn modelId="{909C14BB-90E0-4AC9-AD18-BA957980A444}" type="presOf" srcId="{4D3A7811-4630-41F7-AB2C-C04BE5BCCCC6}" destId="{4CA6A52D-6D54-4C42-968A-DC46182976C6}" srcOrd="0" destOrd="0" presId="urn:microsoft.com/office/officeart/2005/8/layout/vList2"/>
    <dgm:cxn modelId="{8A4200E4-B3FD-47B0-B6D1-3697EBBA83D1}" srcId="{679D82EC-E8D7-48DA-8C5E-8DD4E1B0C95B}" destId="{7F71C637-EA81-4AA6-B40C-5FC2AB58198F}" srcOrd="0" destOrd="0" parTransId="{89A794F4-464D-41FB-BBDF-88820C346AD2}" sibTransId="{5F0B2D6D-244E-4A62-8F40-22F8A16ABEF7}"/>
    <dgm:cxn modelId="{F227EDFF-B34D-4D09-9063-F9944E14C226}" srcId="{679D82EC-E8D7-48DA-8C5E-8DD4E1B0C95B}" destId="{E17A1B87-E5FE-4F72-92F9-A754F714D9D0}" srcOrd="1" destOrd="0" parTransId="{FE9267C2-78EC-447B-A88C-150FF168E874}" sibTransId="{3EF9BE4E-A264-4906-AB9F-4E0D651443C9}"/>
    <dgm:cxn modelId="{7748054F-B2FC-44F7-90E2-7855D7B89B9A}" type="presParOf" srcId="{C9A11BE2-E8FB-456A-A6E5-8E11714E932A}" destId="{21A9F6E8-2070-4A12-BC46-16EF89A98532}" srcOrd="0" destOrd="0" presId="urn:microsoft.com/office/officeart/2005/8/layout/vList2"/>
    <dgm:cxn modelId="{D005481A-7597-4060-A353-2EA81C490B3F}" type="presParOf" srcId="{C9A11BE2-E8FB-456A-A6E5-8E11714E932A}" destId="{83A8CAD2-91A5-4719-B88A-EA5DDE8DA08E}" srcOrd="1" destOrd="0" presId="urn:microsoft.com/office/officeart/2005/8/layout/vList2"/>
    <dgm:cxn modelId="{56B952E7-38EB-494B-A5D3-B4B050ED80C7}" type="presParOf" srcId="{C9A11BE2-E8FB-456A-A6E5-8E11714E932A}" destId="{3E68234C-0805-493C-B2FC-15815AE09C08}" srcOrd="2" destOrd="0" presId="urn:microsoft.com/office/officeart/2005/8/layout/vList2"/>
    <dgm:cxn modelId="{57BB10FD-38C8-4391-AA4D-50138C5E1F45}" type="presParOf" srcId="{C9A11BE2-E8FB-456A-A6E5-8E11714E932A}" destId="{CDC68597-C406-4075-B20E-F17DF3CE5EA9}" srcOrd="3" destOrd="0" presId="urn:microsoft.com/office/officeart/2005/8/layout/vList2"/>
    <dgm:cxn modelId="{99C174FC-34FD-4AD6-A2C8-A8027D02FD82}" type="presParOf" srcId="{C9A11BE2-E8FB-456A-A6E5-8E11714E932A}" destId="{4CA6A52D-6D54-4C42-968A-DC46182976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9D82EC-E8D7-48DA-8C5E-8DD4E1B0C9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1C637-EA81-4AA6-B40C-5FC2AB58198F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Zufällige</a:t>
          </a:r>
          <a:r>
            <a:rPr lang="en-US" sz="33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 Population</a:t>
          </a:r>
          <a:endParaRPr lang="en-US" sz="3300" dirty="0">
            <a:solidFill>
              <a:srgbClr val="FFFFFF"/>
            </a:solidFill>
            <a:latin typeface="Calisto MT"/>
            <a:ea typeface="+mn-ea"/>
            <a:cs typeface="+mn-cs"/>
          </a:endParaRPr>
        </a:p>
      </dgm:t>
    </dgm:pt>
    <dgm:pt modelId="{89A794F4-464D-41FB-BBDF-88820C346AD2}" type="parTrans" cxnId="{8A4200E4-B3FD-47B0-B6D1-3697EBBA83D1}">
      <dgm:prSet/>
      <dgm:spPr/>
      <dgm:t>
        <a:bodyPr/>
        <a:lstStyle/>
        <a:p>
          <a:endParaRPr lang="en-US"/>
        </a:p>
      </dgm:t>
    </dgm:pt>
    <dgm:pt modelId="{5F0B2D6D-244E-4A62-8F40-22F8A16ABEF7}" type="sibTrans" cxnId="{8A4200E4-B3FD-47B0-B6D1-3697EBBA83D1}">
      <dgm:prSet/>
      <dgm:spPr/>
      <dgm:t>
        <a:bodyPr/>
        <a:lstStyle/>
        <a:p>
          <a:endParaRPr lang="en-US"/>
        </a:p>
      </dgm:t>
    </dgm:pt>
    <dgm:pt modelId="{E17A1B87-E5FE-4F72-92F9-A754F714D9D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Fitness(</a:t>
          </a:r>
          <a:r>
            <a:rPr lang="en-US" sz="33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trainieren</a:t>
          </a:r>
          <a:r>
            <a:rPr lang="en-US" sz="33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 + </a:t>
          </a:r>
          <a:r>
            <a:rPr lang="en-US" sz="33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Genauigkeit</a:t>
          </a:r>
          <a:r>
            <a:rPr lang="en-US" sz="33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)</a:t>
          </a:r>
          <a:endParaRPr lang="en-US" sz="3300" dirty="0">
            <a:solidFill>
              <a:srgbClr val="FFFFFF"/>
            </a:solidFill>
            <a:latin typeface="Calisto MT"/>
            <a:ea typeface="+mn-ea"/>
            <a:cs typeface="+mn-cs"/>
          </a:endParaRPr>
        </a:p>
      </dgm:t>
    </dgm:pt>
    <dgm:pt modelId="{FE9267C2-78EC-447B-A88C-150FF168E874}" type="parTrans" cxnId="{F227EDFF-B34D-4D09-9063-F9944E14C226}">
      <dgm:prSet/>
      <dgm:spPr/>
      <dgm:t>
        <a:bodyPr/>
        <a:lstStyle/>
        <a:p>
          <a:endParaRPr lang="en-US"/>
        </a:p>
      </dgm:t>
    </dgm:pt>
    <dgm:pt modelId="{3EF9BE4E-A264-4906-AB9F-4E0D651443C9}" type="sibTrans" cxnId="{F227EDFF-B34D-4D09-9063-F9944E14C226}">
      <dgm:prSet/>
      <dgm:spPr/>
      <dgm:t>
        <a:bodyPr/>
        <a:lstStyle/>
        <a:p>
          <a:endParaRPr lang="en-US"/>
        </a:p>
      </dgm:t>
    </dgm:pt>
    <dgm:pt modelId="{4D3A7811-4630-41F7-AB2C-C04BE5BCCCC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3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Selektion</a:t>
          </a:r>
          <a:endParaRPr lang="en-US" sz="3300" dirty="0" err="1">
            <a:solidFill>
              <a:srgbClr val="FFFFFF"/>
            </a:solidFill>
            <a:latin typeface="Calisto MT"/>
            <a:ea typeface="+mn-ea"/>
            <a:cs typeface="+mn-cs"/>
          </a:endParaRPr>
        </a:p>
      </dgm:t>
    </dgm:pt>
    <dgm:pt modelId="{DF29F667-CFF3-4A6E-9C10-210CB201B343}" type="parTrans" cxnId="{45D28B25-0FCB-4C5B-8632-050D5986D2C2}">
      <dgm:prSet/>
      <dgm:spPr/>
      <dgm:t>
        <a:bodyPr/>
        <a:lstStyle/>
        <a:p>
          <a:endParaRPr lang="en-US"/>
        </a:p>
      </dgm:t>
    </dgm:pt>
    <dgm:pt modelId="{DAD923AE-9BF2-4379-B9E3-ABE9E35EADF8}" type="sibTrans" cxnId="{45D28B25-0FCB-4C5B-8632-050D5986D2C2}">
      <dgm:prSet/>
      <dgm:spPr/>
      <dgm:t>
        <a:bodyPr/>
        <a:lstStyle/>
        <a:p>
          <a:endParaRPr lang="en-US"/>
        </a:p>
      </dgm:t>
    </dgm:pt>
    <dgm:pt modelId="{31BC9146-2430-4C67-BBE6-4912FEDA653A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3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Crossover + Mutation</a:t>
          </a:r>
        </a:p>
      </dgm:t>
    </dgm:pt>
    <dgm:pt modelId="{292E79A5-2A10-4BAC-AF4A-14C1824B7B0E}" type="parTrans" cxnId="{22B10D47-968F-4A25-ADA2-8119B5EF3F13}">
      <dgm:prSet/>
      <dgm:spPr/>
    </dgm:pt>
    <dgm:pt modelId="{3E2122FA-0172-44A5-8FEE-F752DAC2EA2A}" type="sibTrans" cxnId="{22B10D47-968F-4A25-ADA2-8119B5EF3F13}">
      <dgm:prSet/>
      <dgm:spPr/>
      <dgm:t>
        <a:bodyPr/>
        <a:lstStyle/>
        <a:p>
          <a:endParaRPr lang="en-US"/>
        </a:p>
      </dgm:t>
    </dgm:pt>
    <dgm:pt modelId="{081BDE01-76E6-4D7B-A01B-CCE84BEF315B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33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Wiederholen</a:t>
          </a:r>
          <a:endParaRPr lang="en-US" sz="3300" dirty="0">
            <a:solidFill>
              <a:srgbClr val="FFFFFF"/>
            </a:solidFill>
            <a:latin typeface="Univers Condensed"/>
            <a:ea typeface="+mn-ea"/>
            <a:cs typeface="+mn-cs"/>
          </a:endParaRPr>
        </a:p>
      </dgm:t>
    </dgm:pt>
    <dgm:pt modelId="{256A1E44-2EDA-4AAC-A788-B1552F9F5721}" type="parTrans" cxnId="{6B8D6619-5369-44FE-80C2-7029EC40C9A1}">
      <dgm:prSet/>
      <dgm:spPr/>
    </dgm:pt>
    <dgm:pt modelId="{67717A95-E404-4BC3-B4D0-D125C6C706DD}" type="sibTrans" cxnId="{6B8D6619-5369-44FE-80C2-7029EC40C9A1}">
      <dgm:prSet/>
      <dgm:spPr/>
      <dgm:t>
        <a:bodyPr/>
        <a:lstStyle/>
        <a:p>
          <a:endParaRPr lang="en-US"/>
        </a:p>
      </dgm:t>
    </dgm:pt>
    <dgm:pt modelId="{EC03D79D-A2E4-4D30-9C6F-3AB25B84D8A7}" type="pres">
      <dgm:prSet presAssocID="{679D82EC-E8D7-48DA-8C5E-8DD4E1B0C95B}" presName="linear" presStyleCnt="0">
        <dgm:presLayoutVars>
          <dgm:animLvl val="lvl"/>
          <dgm:resizeHandles val="exact"/>
        </dgm:presLayoutVars>
      </dgm:prSet>
      <dgm:spPr/>
    </dgm:pt>
    <dgm:pt modelId="{86B21A6C-3992-4975-AC19-D7FDA16721CD}" type="pres">
      <dgm:prSet presAssocID="{7F71C637-EA81-4AA6-B40C-5FC2AB58198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855DC7-2654-436B-99B1-70EE2193D5EF}" type="pres">
      <dgm:prSet presAssocID="{5F0B2D6D-244E-4A62-8F40-22F8A16ABEF7}" presName="spacer" presStyleCnt="0"/>
      <dgm:spPr/>
    </dgm:pt>
    <dgm:pt modelId="{9C00AD31-6355-43C6-AF98-7C85502B6DD8}" type="pres">
      <dgm:prSet presAssocID="{E17A1B87-E5FE-4F72-92F9-A754F714D9D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3B8ACA8-99ED-4FE7-85DA-BA855CB04245}" type="pres">
      <dgm:prSet presAssocID="{3EF9BE4E-A264-4906-AB9F-4E0D651443C9}" presName="spacer" presStyleCnt="0"/>
      <dgm:spPr/>
    </dgm:pt>
    <dgm:pt modelId="{D86D47DE-1151-4A70-9F9E-0126AD292C29}" type="pres">
      <dgm:prSet presAssocID="{4D3A7811-4630-41F7-AB2C-C04BE5BCCCC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E0A375E-1647-4ECD-BDC7-E8ADA266DA9F}" type="pres">
      <dgm:prSet presAssocID="{DAD923AE-9BF2-4379-B9E3-ABE9E35EADF8}" presName="spacer" presStyleCnt="0"/>
      <dgm:spPr/>
    </dgm:pt>
    <dgm:pt modelId="{56F76147-C30F-4D45-A1BB-B054EDB1FA58}" type="pres">
      <dgm:prSet presAssocID="{31BC9146-2430-4C67-BBE6-4912FEDA65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9DC23AB-5606-4356-840F-7C0CB51D965F}" type="pres">
      <dgm:prSet presAssocID="{3E2122FA-0172-44A5-8FEE-F752DAC2EA2A}" presName="spacer" presStyleCnt="0"/>
      <dgm:spPr/>
    </dgm:pt>
    <dgm:pt modelId="{377FF579-9040-4467-BE4F-FBCE78033F67}" type="pres">
      <dgm:prSet presAssocID="{081BDE01-76E6-4D7B-A01B-CCE84BEF31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66EA317-B0D9-4E9D-94D9-DAA15B87BDC6}" type="presOf" srcId="{E17A1B87-E5FE-4F72-92F9-A754F714D9D0}" destId="{9C00AD31-6355-43C6-AF98-7C85502B6DD8}" srcOrd="0" destOrd="0" presId="urn:microsoft.com/office/officeart/2005/8/layout/vList2"/>
    <dgm:cxn modelId="{6B8D6619-5369-44FE-80C2-7029EC40C9A1}" srcId="{679D82EC-E8D7-48DA-8C5E-8DD4E1B0C95B}" destId="{081BDE01-76E6-4D7B-A01B-CCE84BEF315B}" srcOrd="4" destOrd="0" parTransId="{256A1E44-2EDA-4AAC-A788-B1552F9F5721}" sibTransId="{67717A95-E404-4BC3-B4D0-D125C6C706DD}"/>
    <dgm:cxn modelId="{3A9B541B-628A-4CAF-BD54-866F49AEFA30}" type="presOf" srcId="{081BDE01-76E6-4D7B-A01B-CCE84BEF315B}" destId="{377FF579-9040-4467-BE4F-FBCE78033F67}" srcOrd="0" destOrd="0" presId="urn:microsoft.com/office/officeart/2005/8/layout/vList2"/>
    <dgm:cxn modelId="{45D28B25-0FCB-4C5B-8632-050D5986D2C2}" srcId="{679D82EC-E8D7-48DA-8C5E-8DD4E1B0C95B}" destId="{4D3A7811-4630-41F7-AB2C-C04BE5BCCCC6}" srcOrd="2" destOrd="0" parTransId="{DF29F667-CFF3-4A6E-9C10-210CB201B343}" sibTransId="{DAD923AE-9BF2-4379-B9E3-ABE9E35EADF8}"/>
    <dgm:cxn modelId="{22B10D47-968F-4A25-ADA2-8119B5EF3F13}" srcId="{679D82EC-E8D7-48DA-8C5E-8DD4E1B0C95B}" destId="{31BC9146-2430-4C67-BBE6-4912FEDA653A}" srcOrd="3" destOrd="0" parTransId="{292E79A5-2A10-4BAC-AF4A-14C1824B7B0E}" sibTransId="{3E2122FA-0172-44A5-8FEE-F752DAC2EA2A}"/>
    <dgm:cxn modelId="{54055E49-FDBD-4324-BED9-C5E2E165535C}" type="presOf" srcId="{4D3A7811-4630-41F7-AB2C-C04BE5BCCCC6}" destId="{D86D47DE-1151-4A70-9F9E-0126AD292C29}" srcOrd="0" destOrd="0" presId="urn:microsoft.com/office/officeart/2005/8/layout/vList2"/>
    <dgm:cxn modelId="{690BB14B-730B-4CD3-B773-0B3227A80706}" type="presOf" srcId="{679D82EC-E8D7-48DA-8C5E-8DD4E1B0C95B}" destId="{EC03D79D-A2E4-4D30-9C6F-3AB25B84D8A7}" srcOrd="0" destOrd="0" presId="urn:microsoft.com/office/officeart/2005/8/layout/vList2"/>
    <dgm:cxn modelId="{7D1A77B1-A737-4063-B56F-FC8143855457}" type="presOf" srcId="{31BC9146-2430-4C67-BBE6-4912FEDA653A}" destId="{56F76147-C30F-4D45-A1BB-B054EDB1FA58}" srcOrd="0" destOrd="0" presId="urn:microsoft.com/office/officeart/2005/8/layout/vList2"/>
    <dgm:cxn modelId="{8A4200E4-B3FD-47B0-B6D1-3697EBBA83D1}" srcId="{679D82EC-E8D7-48DA-8C5E-8DD4E1B0C95B}" destId="{7F71C637-EA81-4AA6-B40C-5FC2AB58198F}" srcOrd="0" destOrd="0" parTransId="{89A794F4-464D-41FB-BBDF-88820C346AD2}" sibTransId="{5F0B2D6D-244E-4A62-8F40-22F8A16ABEF7}"/>
    <dgm:cxn modelId="{5C5E57F9-90A3-4781-B604-69D29B8CDB81}" type="presOf" srcId="{7F71C637-EA81-4AA6-B40C-5FC2AB58198F}" destId="{86B21A6C-3992-4975-AC19-D7FDA16721CD}" srcOrd="0" destOrd="0" presId="urn:microsoft.com/office/officeart/2005/8/layout/vList2"/>
    <dgm:cxn modelId="{F227EDFF-B34D-4D09-9063-F9944E14C226}" srcId="{679D82EC-E8D7-48DA-8C5E-8DD4E1B0C95B}" destId="{E17A1B87-E5FE-4F72-92F9-A754F714D9D0}" srcOrd="1" destOrd="0" parTransId="{FE9267C2-78EC-447B-A88C-150FF168E874}" sibTransId="{3EF9BE4E-A264-4906-AB9F-4E0D651443C9}"/>
    <dgm:cxn modelId="{43B59FE5-FF72-4AB5-9F15-0F502DFE5D01}" type="presParOf" srcId="{EC03D79D-A2E4-4D30-9C6F-3AB25B84D8A7}" destId="{86B21A6C-3992-4975-AC19-D7FDA16721CD}" srcOrd="0" destOrd="0" presId="urn:microsoft.com/office/officeart/2005/8/layout/vList2"/>
    <dgm:cxn modelId="{A05C66BF-3DAE-45C9-A362-CFB581E50252}" type="presParOf" srcId="{EC03D79D-A2E4-4D30-9C6F-3AB25B84D8A7}" destId="{C3855DC7-2654-436B-99B1-70EE2193D5EF}" srcOrd="1" destOrd="0" presId="urn:microsoft.com/office/officeart/2005/8/layout/vList2"/>
    <dgm:cxn modelId="{45ABD0EA-ADAD-490E-95C7-5C08088782DE}" type="presParOf" srcId="{EC03D79D-A2E4-4D30-9C6F-3AB25B84D8A7}" destId="{9C00AD31-6355-43C6-AF98-7C85502B6DD8}" srcOrd="2" destOrd="0" presId="urn:microsoft.com/office/officeart/2005/8/layout/vList2"/>
    <dgm:cxn modelId="{7C00877C-5962-4227-9572-1662DF21BC5D}" type="presParOf" srcId="{EC03D79D-A2E4-4D30-9C6F-3AB25B84D8A7}" destId="{C3B8ACA8-99ED-4FE7-85DA-BA855CB04245}" srcOrd="3" destOrd="0" presId="urn:microsoft.com/office/officeart/2005/8/layout/vList2"/>
    <dgm:cxn modelId="{B778D10D-7F37-49FF-833E-8A1CCBA7833E}" type="presParOf" srcId="{EC03D79D-A2E4-4D30-9C6F-3AB25B84D8A7}" destId="{D86D47DE-1151-4A70-9F9E-0126AD292C29}" srcOrd="4" destOrd="0" presId="urn:microsoft.com/office/officeart/2005/8/layout/vList2"/>
    <dgm:cxn modelId="{DFD28DBC-E3CE-42CA-8D14-2F9056CC6A55}" type="presParOf" srcId="{EC03D79D-A2E4-4D30-9C6F-3AB25B84D8A7}" destId="{EE0A375E-1647-4ECD-BDC7-E8ADA266DA9F}" srcOrd="5" destOrd="0" presId="urn:microsoft.com/office/officeart/2005/8/layout/vList2"/>
    <dgm:cxn modelId="{8CD1B8C4-834F-405F-A50E-E4EDD77D3BDA}" type="presParOf" srcId="{EC03D79D-A2E4-4D30-9C6F-3AB25B84D8A7}" destId="{56F76147-C30F-4D45-A1BB-B054EDB1FA58}" srcOrd="6" destOrd="0" presId="urn:microsoft.com/office/officeart/2005/8/layout/vList2"/>
    <dgm:cxn modelId="{109A8E76-D197-4FFA-ACAE-65187D1D7859}" type="presParOf" srcId="{EC03D79D-A2E4-4D30-9C6F-3AB25B84D8A7}" destId="{F9DC23AB-5606-4356-840F-7C0CB51D965F}" srcOrd="7" destOrd="0" presId="urn:microsoft.com/office/officeart/2005/8/layout/vList2"/>
    <dgm:cxn modelId="{69BD419E-E0E3-4DCB-8E48-10167D74AF05}" type="presParOf" srcId="{EC03D79D-A2E4-4D30-9C6F-3AB25B84D8A7}" destId="{377FF579-9040-4467-BE4F-FBCE78033F6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666DBA-FD52-4D2A-B1BF-085596DCB5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34B8CD-5B50-4925-915D-E96153F35B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Benchmarks von der Basics-Gruppe (</a:t>
          </a:r>
          <a:r>
            <a:rPr lang="en-US" dirty="0" err="1"/>
            <a:t>Klassifikation</a:t>
          </a:r>
          <a:r>
            <a:rPr lang="en-US" dirty="0"/>
            <a:t>)</a:t>
          </a:r>
        </a:p>
      </dgm:t>
    </dgm:pt>
    <dgm:pt modelId="{85841545-09D0-454D-B3E5-34278DE9747A}" type="parTrans" cxnId="{9BF9123C-C452-427E-BD3F-8AEA8CE4894A}">
      <dgm:prSet/>
      <dgm:spPr/>
      <dgm:t>
        <a:bodyPr/>
        <a:lstStyle/>
        <a:p>
          <a:endParaRPr lang="en-US"/>
        </a:p>
      </dgm:t>
    </dgm:pt>
    <dgm:pt modelId="{0E8448B5-997C-46CC-B0D3-F9DD90A39EE1}" type="sibTrans" cxnId="{9BF9123C-C452-427E-BD3F-8AEA8CE4894A}">
      <dgm:prSet/>
      <dgm:spPr/>
      <dgm:t>
        <a:bodyPr/>
        <a:lstStyle/>
        <a:p>
          <a:endParaRPr lang="en-US"/>
        </a:p>
      </dgm:t>
    </dgm:pt>
    <dgm:pt modelId="{F8240100-5478-40BD-9F6D-4C0EB03F32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Vergleich</a:t>
          </a:r>
          <a:r>
            <a:rPr lang="en-US" dirty="0"/>
            <a:t>: • Standard-ANN (</a:t>
          </a:r>
          <a:r>
            <a:rPr lang="en-US" dirty="0" err="1"/>
            <a:t>alles</a:t>
          </a:r>
          <a:r>
            <a:rPr lang="en-US" dirty="0"/>
            <a:t> </a:t>
          </a:r>
          <a:r>
            <a:rPr lang="en-US" dirty="0" err="1"/>
            <a:t>ReLU</a:t>
          </a:r>
          <a:r>
            <a:rPr lang="en-US" dirty="0"/>
            <a:t>) • EA-</a:t>
          </a:r>
          <a:r>
            <a:rPr lang="en-US" dirty="0" err="1"/>
            <a:t>optimiertes</a:t>
          </a:r>
          <a:r>
            <a:rPr lang="en-US" dirty="0"/>
            <a:t> </a:t>
          </a:r>
        </a:p>
      </dgm:t>
    </dgm:pt>
    <dgm:pt modelId="{77905934-B56A-46CC-A5D1-65EE913646AB}" type="parTrans" cxnId="{BB9AF75E-C8F5-45BC-9B40-84BAB7A86141}">
      <dgm:prSet/>
      <dgm:spPr/>
      <dgm:t>
        <a:bodyPr/>
        <a:lstStyle/>
        <a:p>
          <a:endParaRPr lang="en-US"/>
        </a:p>
      </dgm:t>
    </dgm:pt>
    <dgm:pt modelId="{37E1787F-D605-45AF-B8C4-1CD9EB9AD884}" type="sibTrans" cxnId="{BB9AF75E-C8F5-45BC-9B40-84BAB7A86141}">
      <dgm:prSet/>
      <dgm:spPr/>
      <dgm:t>
        <a:bodyPr/>
        <a:lstStyle/>
        <a:p>
          <a:endParaRPr lang="en-US"/>
        </a:p>
      </dgm:t>
    </dgm:pt>
    <dgm:pt modelId="{ED443BB2-2149-4167-B474-D72F10526B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Metriken</a:t>
          </a:r>
          <a:r>
            <a:rPr lang="en-US" dirty="0"/>
            <a:t>: </a:t>
          </a:r>
          <a:r>
            <a:rPr lang="en-US" dirty="0" err="1"/>
            <a:t>Genauigkeit</a:t>
          </a:r>
          <a:r>
            <a:rPr lang="en-US" dirty="0"/>
            <a:t>, </a:t>
          </a:r>
          <a:r>
            <a:rPr lang="en-US" dirty="0" err="1"/>
            <a:t>Stabilität</a:t>
          </a:r>
          <a:r>
            <a:rPr lang="en-US" dirty="0"/>
            <a:t>, </a:t>
          </a:r>
        </a:p>
      </dgm:t>
    </dgm:pt>
    <dgm:pt modelId="{90B73FFF-F267-4D13-9F5A-236D832C15B0}" type="parTrans" cxnId="{2EEA10BC-FFA0-4D4E-BB9B-0C67A2BE9BD9}">
      <dgm:prSet/>
      <dgm:spPr/>
      <dgm:t>
        <a:bodyPr/>
        <a:lstStyle/>
        <a:p>
          <a:endParaRPr lang="en-US"/>
        </a:p>
      </dgm:t>
    </dgm:pt>
    <dgm:pt modelId="{380B4296-94BB-4917-9BF7-2D193A4E6790}" type="sibTrans" cxnId="{2EEA10BC-FFA0-4D4E-BB9B-0C67A2BE9BD9}">
      <dgm:prSet/>
      <dgm:spPr/>
      <dgm:t>
        <a:bodyPr/>
        <a:lstStyle/>
        <a:p>
          <a:endParaRPr lang="en-US"/>
        </a:p>
      </dgm:t>
    </dgm:pt>
    <dgm:pt modelId="{68A006DE-8E0C-484E-8E30-62C9CE2069E7}" type="pres">
      <dgm:prSet presAssocID="{B8666DBA-FD52-4D2A-B1BF-085596DCB524}" presName="root" presStyleCnt="0">
        <dgm:presLayoutVars>
          <dgm:dir/>
          <dgm:resizeHandles val="exact"/>
        </dgm:presLayoutVars>
      </dgm:prSet>
      <dgm:spPr/>
    </dgm:pt>
    <dgm:pt modelId="{C82EB92A-3798-459F-8232-99D0F37FEB9E}" type="pres">
      <dgm:prSet presAssocID="{EE34B8CD-5B50-4925-915D-E96153F35BC1}" presName="compNode" presStyleCnt="0"/>
      <dgm:spPr/>
    </dgm:pt>
    <dgm:pt modelId="{3D7AB071-DAC3-4CFE-8C19-941CDC61B013}" type="pres">
      <dgm:prSet presAssocID="{EE34B8CD-5B50-4925-915D-E96153F35BC1}" presName="bgRect" presStyleLbl="bgShp" presStyleIdx="0" presStyleCnt="3"/>
      <dgm:spPr/>
    </dgm:pt>
    <dgm:pt modelId="{95189564-6888-4B07-8CED-D286945043EB}" type="pres">
      <dgm:prSet presAssocID="{EE34B8CD-5B50-4925-915D-E96153F35BC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59E0BD2C-8360-4F51-B65A-EF3889A179BC}" type="pres">
      <dgm:prSet presAssocID="{EE34B8CD-5B50-4925-915D-E96153F35BC1}" presName="spaceRect" presStyleCnt="0"/>
      <dgm:spPr/>
    </dgm:pt>
    <dgm:pt modelId="{151B370C-B65C-45BA-96A5-725C74863D6A}" type="pres">
      <dgm:prSet presAssocID="{EE34B8CD-5B50-4925-915D-E96153F35BC1}" presName="parTx" presStyleLbl="revTx" presStyleIdx="0" presStyleCnt="3">
        <dgm:presLayoutVars>
          <dgm:chMax val="0"/>
          <dgm:chPref val="0"/>
        </dgm:presLayoutVars>
      </dgm:prSet>
      <dgm:spPr/>
    </dgm:pt>
    <dgm:pt modelId="{69791111-5645-4722-A97A-F0E94B8CB3BF}" type="pres">
      <dgm:prSet presAssocID="{0E8448B5-997C-46CC-B0D3-F9DD90A39EE1}" presName="sibTrans" presStyleCnt="0"/>
      <dgm:spPr/>
    </dgm:pt>
    <dgm:pt modelId="{3FEF778C-C145-466B-83E6-8752613A0235}" type="pres">
      <dgm:prSet presAssocID="{F8240100-5478-40BD-9F6D-4C0EB03F320C}" presName="compNode" presStyleCnt="0"/>
      <dgm:spPr/>
    </dgm:pt>
    <dgm:pt modelId="{B18537C5-D341-4339-840E-15DDF1B838F9}" type="pres">
      <dgm:prSet presAssocID="{F8240100-5478-40BD-9F6D-4C0EB03F320C}" presName="bgRect" presStyleLbl="bgShp" presStyleIdx="1" presStyleCnt="3"/>
      <dgm:spPr/>
    </dgm:pt>
    <dgm:pt modelId="{2FF7DA78-2DC4-4C0C-919E-43C965D5815B}" type="pres">
      <dgm:prSet presAssocID="{F8240100-5478-40BD-9F6D-4C0EB03F320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EA2197D-CC9D-4ACA-B556-04FE4C69FB26}" type="pres">
      <dgm:prSet presAssocID="{F8240100-5478-40BD-9F6D-4C0EB03F320C}" presName="spaceRect" presStyleCnt="0"/>
      <dgm:spPr/>
    </dgm:pt>
    <dgm:pt modelId="{9B348280-03A0-4646-9969-9736A5219194}" type="pres">
      <dgm:prSet presAssocID="{F8240100-5478-40BD-9F6D-4C0EB03F320C}" presName="parTx" presStyleLbl="revTx" presStyleIdx="1" presStyleCnt="3">
        <dgm:presLayoutVars>
          <dgm:chMax val="0"/>
          <dgm:chPref val="0"/>
        </dgm:presLayoutVars>
      </dgm:prSet>
      <dgm:spPr/>
    </dgm:pt>
    <dgm:pt modelId="{132990AD-5301-4786-9A3F-0D1788572766}" type="pres">
      <dgm:prSet presAssocID="{37E1787F-D605-45AF-B8C4-1CD9EB9AD884}" presName="sibTrans" presStyleCnt="0"/>
      <dgm:spPr/>
    </dgm:pt>
    <dgm:pt modelId="{26736BD2-9ED7-43D1-BC04-AE29649475F3}" type="pres">
      <dgm:prSet presAssocID="{ED443BB2-2149-4167-B474-D72F10526BFF}" presName="compNode" presStyleCnt="0"/>
      <dgm:spPr/>
    </dgm:pt>
    <dgm:pt modelId="{2F4445B9-958C-43EE-8156-D152D2042336}" type="pres">
      <dgm:prSet presAssocID="{ED443BB2-2149-4167-B474-D72F10526BFF}" presName="bgRect" presStyleLbl="bgShp" presStyleIdx="2" presStyleCnt="3"/>
      <dgm:spPr/>
    </dgm:pt>
    <dgm:pt modelId="{6399C691-0D8B-45A6-8E2E-A31F334F9B7A}" type="pres">
      <dgm:prSet presAssocID="{ED443BB2-2149-4167-B474-D72F10526BF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iel"/>
        </a:ext>
      </dgm:extLst>
    </dgm:pt>
    <dgm:pt modelId="{BE15FDFE-AD67-4587-A3C7-C6C62322DBAC}" type="pres">
      <dgm:prSet presAssocID="{ED443BB2-2149-4167-B474-D72F10526BFF}" presName="spaceRect" presStyleCnt="0"/>
      <dgm:spPr/>
    </dgm:pt>
    <dgm:pt modelId="{774E0B93-2229-4DEC-B37B-350B3F304691}" type="pres">
      <dgm:prSet presAssocID="{ED443BB2-2149-4167-B474-D72F10526BF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84E1507-3590-44D4-8D4C-6DD2E9A5F321}" type="presOf" srcId="{ED443BB2-2149-4167-B474-D72F10526BFF}" destId="{774E0B93-2229-4DEC-B37B-350B3F304691}" srcOrd="0" destOrd="0" presId="urn:microsoft.com/office/officeart/2018/2/layout/IconVerticalSolidList"/>
    <dgm:cxn modelId="{9BF9123C-C452-427E-BD3F-8AEA8CE4894A}" srcId="{B8666DBA-FD52-4D2A-B1BF-085596DCB524}" destId="{EE34B8CD-5B50-4925-915D-E96153F35BC1}" srcOrd="0" destOrd="0" parTransId="{85841545-09D0-454D-B3E5-34278DE9747A}" sibTransId="{0E8448B5-997C-46CC-B0D3-F9DD90A39EE1}"/>
    <dgm:cxn modelId="{BB9AF75E-C8F5-45BC-9B40-84BAB7A86141}" srcId="{B8666DBA-FD52-4D2A-B1BF-085596DCB524}" destId="{F8240100-5478-40BD-9F6D-4C0EB03F320C}" srcOrd="1" destOrd="0" parTransId="{77905934-B56A-46CC-A5D1-65EE913646AB}" sibTransId="{37E1787F-D605-45AF-B8C4-1CD9EB9AD884}"/>
    <dgm:cxn modelId="{933FD071-879B-402A-9F9B-308732F9E85E}" type="presOf" srcId="{EE34B8CD-5B50-4925-915D-E96153F35BC1}" destId="{151B370C-B65C-45BA-96A5-725C74863D6A}" srcOrd="0" destOrd="0" presId="urn:microsoft.com/office/officeart/2018/2/layout/IconVerticalSolidList"/>
    <dgm:cxn modelId="{CFEA1F55-F1DE-43EB-88AD-51C453D80680}" type="presOf" srcId="{B8666DBA-FD52-4D2A-B1BF-085596DCB524}" destId="{68A006DE-8E0C-484E-8E30-62C9CE2069E7}" srcOrd="0" destOrd="0" presId="urn:microsoft.com/office/officeart/2018/2/layout/IconVerticalSolidList"/>
    <dgm:cxn modelId="{A5273BA6-B6AE-4105-891C-56E6376B3A92}" type="presOf" srcId="{F8240100-5478-40BD-9F6D-4C0EB03F320C}" destId="{9B348280-03A0-4646-9969-9736A5219194}" srcOrd="0" destOrd="0" presId="urn:microsoft.com/office/officeart/2018/2/layout/IconVerticalSolidList"/>
    <dgm:cxn modelId="{2EEA10BC-FFA0-4D4E-BB9B-0C67A2BE9BD9}" srcId="{B8666DBA-FD52-4D2A-B1BF-085596DCB524}" destId="{ED443BB2-2149-4167-B474-D72F10526BFF}" srcOrd="2" destOrd="0" parTransId="{90B73FFF-F267-4D13-9F5A-236D832C15B0}" sibTransId="{380B4296-94BB-4917-9BF7-2D193A4E6790}"/>
    <dgm:cxn modelId="{C04B176A-6AE6-4C23-9F8F-72DB5820AAE2}" type="presParOf" srcId="{68A006DE-8E0C-484E-8E30-62C9CE2069E7}" destId="{C82EB92A-3798-459F-8232-99D0F37FEB9E}" srcOrd="0" destOrd="0" presId="urn:microsoft.com/office/officeart/2018/2/layout/IconVerticalSolidList"/>
    <dgm:cxn modelId="{917A464D-1605-459A-846C-BFB047E3B12A}" type="presParOf" srcId="{C82EB92A-3798-459F-8232-99D0F37FEB9E}" destId="{3D7AB071-DAC3-4CFE-8C19-941CDC61B013}" srcOrd="0" destOrd="0" presId="urn:microsoft.com/office/officeart/2018/2/layout/IconVerticalSolidList"/>
    <dgm:cxn modelId="{DCC45954-4AB7-4EB9-AEEA-7706A7DFA073}" type="presParOf" srcId="{C82EB92A-3798-459F-8232-99D0F37FEB9E}" destId="{95189564-6888-4B07-8CED-D286945043EB}" srcOrd="1" destOrd="0" presId="urn:microsoft.com/office/officeart/2018/2/layout/IconVerticalSolidList"/>
    <dgm:cxn modelId="{CB3EEE11-C0F8-4A0F-8610-03EC6F25BF73}" type="presParOf" srcId="{C82EB92A-3798-459F-8232-99D0F37FEB9E}" destId="{59E0BD2C-8360-4F51-B65A-EF3889A179BC}" srcOrd="2" destOrd="0" presId="urn:microsoft.com/office/officeart/2018/2/layout/IconVerticalSolidList"/>
    <dgm:cxn modelId="{F30109AF-0897-4785-8EB7-E036CC1F12C7}" type="presParOf" srcId="{C82EB92A-3798-459F-8232-99D0F37FEB9E}" destId="{151B370C-B65C-45BA-96A5-725C74863D6A}" srcOrd="3" destOrd="0" presId="urn:microsoft.com/office/officeart/2018/2/layout/IconVerticalSolidList"/>
    <dgm:cxn modelId="{D605E773-1B05-4633-BDCB-5AF96AC09B68}" type="presParOf" srcId="{68A006DE-8E0C-484E-8E30-62C9CE2069E7}" destId="{69791111-5645-4722-A97A-F0E94B8CB3BF}" srcOrd="1" destOrd="0" presId="urn:microsoft.com/office/officeart/2018/2/layout/IconVerticalSolidList"/>
    <dgm:cxn modelId="{450C3719-3E5C-4AAF-B1B9-EE26E046F384}" type="presParOf" srcId="{68A006DE-8E0C-484E-8E30-62C9CE2069E7}" destId="{3FEF778C-C145-466B-83E6-8752613A0235}" srcOrd="2" destOrd="0" presId="urn:microsoft.com/office/officeart/2018/2/layout/IconVerticalSolidList"/>
    <dgm:cxn modelId="{1401AC82-5E5B-45F5-95D4-D6009844EB8F}" type="presParOf" srcId="{3FEF778C-C145-466B-83E6-8752613A0235}" destId="{B18537C5-D341-4339-840E-15DDF1B838F9}" srcOrd="0" destOrd="0" presId="urn:microsoft.com/office/officeart/2018/2/layout/IconVerticalSolidList"/>
    <dgm:cxn modelId="{21E2B561-8165-4216-A46B-C27772E17E5B}" type="presParOf" srcId="{3FEF778C-C145-466B-83E6-8752613A0235}" destId="{2FF7DA78-2DC4-4C0C-919E-43C965D5815B}" srcOrd="1" destOrd="0" presId="urn:microsoft.com/office/officeart/2018/2/layout/IconVerticalSolidList"/>
    <dgm:cxn modelId="{07A7BF53-972D-4809-B2C0-EEFFF1B74DFE}" type="presParOf" srcId="{3FEF778C-C145-466B-83E6-8752613A0235}" destId="{6EA2197D-CC9D-4ACA-B556-04FE4C69FB26}" srcOrd="2" destOrd="0" presId="urn:microsoft.com/office/officeart/2018/2/layout/IconVerticalSolidList"/>
    <dgm:cxn modelId="{BB43679F-8C21-494A-8F18-2B3A0BCD13FF}" type="presParOf" srcId="{3FEF778C-C145-466B-83E6-8752613A0235}" destId="{9B348280-03A0-4646-9969-9736A5219194}" srcOrd="3" destOrd="0" presId="urn:microsoft.com/office/officeart/2018/2/layout/IconVerticalSolidList"/>
    <dgm:cxn modelId="{566E0FB3-7B7C-4FA4-AFBD-6694EDF8494F}" type="presParOf" srcId="{68A006DE-8E0C-484E-8E30-62C9CE2069E7}" destId="{132990AD-5301-4786-9A3F-0D1788572766}" srcOrd="3" destOrd="0" presId="urn:microsoft.com/office/officeart/2018/2/layout/IconVerticalSolidList"/>
    <dgm:cxn modelId="{079E9DBA-8D89-4998-A377-D215B9A66B80}" type="presParOf" srcId="{68A006DE-8E0C-484E-8E30-62C9CE2069E7}" destId="{26736BD2-9ED7-43D1-BC04-AE29649475F3}" srcOrd="4" destOrd="0" presId="urn:microsoft.com/office/officeart/2018/2/layout/IconVerticalSolidList"/>
    <dgm:cxn modelId="{258A2695-7E55-4E01-8E32-AC3B9D90F661}" type="presParOf" srcId="{26736BD2-9ED7-43D1-BC04-AE29649475F3}" destId="{2F4445B9-958C-43EE-8156-D152D2042336}" srcOrd="0" destOrd="0" presId="urn:microsoft.com/office/officeart/2018/2/layout/IconVerticalSolidList"/>
    <dgm:cxn modelId="{9A3D8BE0-E514-4DC1-846B-CA0B0B9A4F1D}" type="presParOf" srcId="{26736BD2-9ED7-43D1-BC04-AE29649475F3}" destId="{6399C691-0D8B-45A6-8E2E-A31F334F9B7A}" srcOrd="1" destOrd="0" presId="urn:microsoft.com/office/officeart/2018/2/layout/IconVerticalSolidList"/>
    <dgm:cxn modelId="{56757211-EC3E-47FB-8C16-D2E8079640FB}" type="presParOf" srcId="{26736BD2-9ED7-43D1-BC04-AE29649475F3}" destId="{BE15FDFE-AD67-4587-A3C7-C6C62322DBAC}" srcOrd="2" destOrd="0" presId="urn:microsoft.com/office/officeart/2018/2/layout/IconVerticalSolidList"/>
    <dgm:cxn modelId="{DCD508F5-920A-406B-91EB-77B39BF9D611}" type="presParOf" srcId="{26736BD2-9ED7-43D1-BC04-AE29649475F3}" destId="{774E0B93-2229-4DEC-B37B-350B3F3046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100DE1F-482B-49C4-B338-2D6830976E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DCB301F-6C37-460C-BF1C-A98F8E1DA005}">
      <dgm:prSet/>
      <dgm:spPr/>
      <dgm:t>
        <a:bodyPr/>
        <a:lstStyle/>
        <a:p>
          <a:r>
            <a:rPr lang="en-US"/>
            <a:t>Bessere Performance als Standard-ANN</a:t>
          </a:r>
        </a:p>
      </dgm:t>
    </dgm:pt>
    <dgm:pt modelId="{285DDD00-0E2D-47B6-9DCF-DB0B6990E186}" type="parTrans" cxnId="{562586A6-9BDB-44D3-ACBE-D479195CBCCF}">
      <dgm:prSet/>
      <dgm:spPr/>
      <dgm:t>
        <a:bodyPr/>
        <a:lstStyle/>
        <a:p>
          <a:endParaRPr lang="en-US"/>
        </a:p>
      </dgm:t>
    </dgm:pt>
    <dgm:pt modelId="{30690D08-20F6-47E9-9CF0-FC226DCCE769}" type="sibTrans" cxnId="{562586A6-9BDB-44D3-ACBE-D479195CBCCF}">
      <dgm:prSet/>
      <dgm:spPr/>
      <dgm:t>
        <a:bodyPr/>
        <a:lstStyle/>
        <a:p>
          <a:endParaRPr lang="en-US"/>
        </a:p>
      </dgm:t>
    </dgm:pt>
    <dgm:pt modelId="{8D09281C-AF77-48B5-AA2B-C7A625FB65E3}">
      <dgm:prSet/>
      <dgm:spPr/>
      <dgm:t>
        <a:bodyPr/>
        <a:lstStyle/>
        <a:p>
          <a:r>
            <a:rPr lang="en-US"/>
            <a:t>Flexiblere Netze</a:t>
          </a:r>
        </a:p>
      </dgm:t>
    </dgm:pt>
    <dgm:pt modelId="{E77BF33A-28E8-4587-B529-B7797A92518E}" type="parTrans" cxnId="{CDCF807C-C483-4DD6-8170-46C5583BD20E}">
      <dgm:prSet/>
      <dgm:spPr/>
      <dgm:t>
        <a:bodyPr/>
        <a:lstStyle/>
        <a:p>
          <a:endParaRPr lang="en-US"/>
        </a:p>
      </dgm:t>
    </dgm:pt>
    <dgm:pt modelId="{899B8101-7077-43FD-A2C9-0E7ABC6CB016}" type="sibTrans" cxnId="{CDCF807C-C483-4DD6-8170-46C5583BD20E}">
      <dgm:prSet/>
      <dgm:spPr/>
      <dgm:t>
        <a:bodyPr/>
        <a:lstStyle/>
        <a:p>
          <a:endParaRPr lang="en-US"/>
        </a:p>
      </dgm:t>
    </dgm:pt>
    <dgm:pt modelId="{81F36193-016B-4F15-8DD9-F82D529CC2D7}">
      <dgm:prSet/>
      <dgm:spPr/>
      <dgm:t>
        <a:bodyPr/>
        <a:lstStyle/>
        <a:p>
          <a:r>
            <a:rPr lang="en-US"/>
            <a:t>Erkenntnis: welche AF wo am besten passt</a:t>
          </a:r>
        </a:p>
      </dgm:t>
    </dgm:pt>
    <dgm:pt modelId="{AFE4AE5B-FFE5-4B25-9B30-67B1E7BE9BEA}" type="parTrans" cxnId="{3375759D-9A42-4D59-B3F1-C32A25AFFF71}">
      <dgm:prSet/>
      <dgm:spPr/>
      <dgm:t>
        <a:bodyPr/>
        <a:lstStyle/>
        <a:p>
          <a:endParaRPr lang="en-US"/>
        </a:p>
      </dgm:t>
    </dgm:pt>
    <dgm:pt modelId="{B7E7B57F-B0F6-4501-A79A-7B7F442878CC}" type="sibTrans" cxnId="{3375759D-9A42-4D59-B3F1-C32A25AFFF71}">
      <dgm:prSet/>
      <dgm:spPr/>
      <dgm:t>
        <a:bodyPr/>
        <a:lstStyle/>
        <a:p>
          <a:endParaRPr lang="en-US"/>
        </a:p>
      </dgm:t>
    </dgm:pt>
    <dgm:pt modelId="{669EEE89-A7F2-416B-98C1-2142DC617304}" type="pres">
      <dgm:prSet presAssocID="{D100DE1F-482B-49C4-B338-2D6830976E4C}" presName="linear" presStyleCnt="0">
        <dgm:presLayoutVars>
          <dgm:animLvl val="lvl"/>
          <dgm:resizeHandles val="exact"/>
        </dgm:presLayoutVars>
      </dgm:prSet>
      <dgm:spPr/>
    </dgm:pt>
    <dgm:pt modelId="{CD30D23A-95B8-48D4-9BCF-CE4F8DDD8735}" type="pres">
      <dgm:prSet presAssocID="{7DCB301F-6C37-460C-BF1C-A98F8E1DA0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F7AE48-CC30-4B45-A0A5-1977373DCEA0}" type="pres">
      <dgm:prSet presAssocID="{30690D08-20F6-47E9-9CF0-FC226DCCE769}" presName="spacer" presStyleCnt="0"/>
      <dgm:spPr/>
    </dgm:pt>
    <dgm:pt modelId="{D241D195-A479-49B7-91F0-76BE3545441D}" type="pres">
      <dgm:prSet presAssocID="{8D09281C-AF77-48B5-AA2B-C7A625FB65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BF81E1F-F7CB-4F03-94EC-798043DCC781}" type="pres">
      <dgm:prSet presAssocID="{899B8101-7077-43FD-A2C9-0E7ABC6CB016}" presName="spacer" presStyleCnt="0"/>
      <dgm:spPr/>
    </dgm:pt>
    <dgm:pt modelId="{7A23ACB6-077D-46EC-A5BC-4E83F969F081}" type="pres">
      <dgm:prSet presAssocID="{81F36193-016B-4F15-8DD9-F82D529CC2D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EFAB0C-A3F0-425A-92E1-53A28D53114C}" type="presOf" srcId="{81F36193-016B-4F15-8DD9-F82D529CC2D7}" destId="{7A23ACB6-077D-46EC-A5BC-4E83F969F081}" srcOrd="0" destOrd="0" presId="urn:microsoft.com/office/officeart/2005/8/layout/vList2"/>
    <dgm:cxn modelId="{5A2BA45D-138B-4126-8502-FFA5CFB86DB6}" type="presOf" srcId="{D100DE1F-482B-49C4-B338-2D6830976E4C}" destId="{669EEE89-A7F2-416B-98C1-2142DC617304}" srcOrd="0" destOrd="0" presId="urn:microsoft.com/office/officeart/2005/8/layout/vList2"/>
    <dgm:cxn modelId="{CDCF807C-C483-4DD6-8170-46C5583BD20E}" srcId="{D100DE1F-482B-49C4-B338-2D6830976E4C}" destId="{8D09281C-AF77-48B5-AA2B-C7A625FB65E3}" srcOrd="1" destOrd="0" parTransId="{E77BF33A-28E8-4587-B529-B7797A92518E}" sibTransId="{899B8101-7077-43FD-A2C9-0E7ABC6CB016}"/>
    <dgm:cxn modelId="{3375759D-9A42-4D59-B3F1-C32A25AFFF71}" srcId="{D100DE1F-482B-49C4-B338-2D6830976E4C}" destId="{81F36193-016B-4F15-8DD9-F82D529CC2D7}" srcOrd="2" destOrd="0" parTransId="{AFE4AE5B-FFE5-4B25-9B30-67B1E7BE9BEA}" sibTransId="{B7E7B57F-B0F6-4501-A79A-7B7F442878CC}"/>
    <dgm:cxn modelId="{562586A6-9BDB-44D3-ACBE-D479195CBCCF}" srcId="{D100DE1F-482B-49C4-B338-2D6830976E4C}" destId="{7DCB301F-6C37-460C-BF1C-A98F8E1DA005}" srcOrd="0" destOrd="0" parTransId="{285DDD00-0E2D-47B6-9DCF-DB0B6990E186}" sibTransId="{30690D08-20F6-47E9-9CF0-FC226DCCE769}"/>
    <dgm:cxn modelId="{8F2A3ADB-F2A7-4D94-A6E7-4E0702ADBE5C}" type="presOf" srcId="{7DCB301F-6C37-460C-BF1C-A98F8E1DA005}" destId="{CD30D23A-95B8-48D4-9BCF-CE4F8DDD8735}" srcOrd="0" destOrd="0" presId="urn:microsoft.com/office/officeart/2005/8/layout/vList2"/>
    <dgm:cxn modelId="{AC17B0E4-12C5-450B-B008-910B92B20C85}" type="presOf" srcId="{8D09281C-AF77-48B5-AA2B-C7A625FB65E3}" destId="{D241D195-A479-49B7-91F0-76BE3545441D}" srcOrd="0" destOrd="0" presId="urn:microsoft.com/office/officeart/2005/8/layout/vList2"/>
    <dgm:cxn modelId="{F2810430-8FB6-4743-9B1D-A87173E15748}" type="presParOf" srcId="{669EEE89-A7F2-416B-98C1-2142DC617304}" destId="{CD30D23A-95B8-48D4-9BCF-CE4F8DDD8735}" srcOrd="0" destOrd="0" presId="urn:microsoft.com/office/officeart/2005/8/layout/vList2"/>
    <dgm:cxn modelId="{55B14C3D-69D8-4DF0-B815-003C9D8B516E}" type="presParOf" srcId="{669EEE89-A7F2-416B-98C1-2142DC617304}" destId="{A7F7AE48-CC30-4B45-A0A5-1977373DCEA0}" srcOrd="1" destOrd="0" presId="urn:microsoft.com/office/officeart/2005/8/layout/vList2"/>
    <dgm:cxn modelId="{D2B3AECA-C6FC-46CE-8FA7-6CCFB784AF07}" type="presParOf" srcId="{669EEE89-A7F2-416B-98C1-2142DC617304}" destId="{D241D195-A479-49B7-91F0-76BE3545441D}" srcOrd="2" destOrd="0" presId="urn:microsoft.com/office/officeart/2005/8/layout/vList2"/>
    <dgm:cxn modelId="{0AE69410-98F8-4B0B-9668-71E628B22F29}" type="presParOf" srcId="{669EEE89-A7F2-416B-98C1-2142DC617304}" destId="{DBF81E1F-F7CB-4F03-94EC-798043DCC781}" srcOrd="3" destOrd="0" presId="urn:microsoft.com/office/officeart/2005/8/layout/vList2"/>
    <dgm:cxn modelId="{354ED36A-17E6-4EC3-84D8-41E5A4B5E59E}" type="presParOf" srcId="{669EEE89-A7F2-416B-98C1-2142DC617304}" destId="{7A23ACB6-077D-46EC-A5BC-4E83F969F0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33C9B1-2D4B-4FCD-9587-1315DA142A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2C9C7-E14E-41B4-B4D6-FBD401637CD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dirty="0" err="1"/>
            <a:t>Herausforderung</a:t>
          </a:r>
          <a:r>
            <a:rPr lang="en-US" dirty="0"/>
            <a:t>:</a:t>
          </a:r>
          <a:r>
            <a:rPr lang="en-US" dirty="0">
              <a:latin typeface="Univers Condensed"/>
            </a:rPr>
            <a:t> </a:t>
          </a:r>
          <a:r>
            <a:rPr lang="en-US" dirty="0"/>
            <a:t> </a:t>
          </a:r>
          <a:r>
            <a:rPr lang="en-US" dirty="0">
              <a:latin typeface="Univers Condensed"/>
            </a:rPr>
            <a:t>Training</a:t>
          </a:r>
          <a:r>
            <a:rPr lang="en-US" dirty="0"/>
            <a:t> </a:t>
          </a:r>
          <a:r>
            <a:rPr lang="en-US" dirty="0" err="1">
              <a:latin typeface="Univers Condensed"/>
            </a:rPr>
            <a:t>langsam</a:t>
          </a:r>
          <a:r>
            <a:rPr lang="en-US" dirty="0">
              <a:latin typeface="Univers Condensed"/>
            </a:rPr>
            <a:t> </a:t>
          </a:r>
          <a:r>
            <a:rPr lang="en-US" dirty="0"/>
            <a:t>( </a:t>
          </a:r>
          <a:r>
            <a:rPr lang="en-US" dirty="0" err="1"/>
            <a:t>kleine</a:t>
          </a:r>
          <a:r>
            <a:rPr lang="en-US" dirty="0"/>
            <a:t> Population)</a:t>
          </a:r>
        </a:p>
      </dgm:t>
    </dgm:pt>
    <dgm:pt modelId="{FE8DDFC5-F243-4CEA-BDD3-C420895D5A0D}" type="parTrans" cxnId="{40707AE8-D6E3-4040-828F-7BDCBC5605CC}">
      <dgm:prSet/>
      <dgm:spPr/>
      <dgm:t>
        <a:bodyPr/>
        <a:lstStyle/>
        <a:p>
          <a:endParaRPr lang="en-US"/>
        </a:p>
      </dgm:t>
    </dgm:pt>
    <dgm:pt modelId="{3A9D1F79-9075-4DFF-9820-F72D059A6D44}" type="sibTrans" cxnId="{40707AE8-D6E3-4040-828F-7BDCBC5605CC}">
      <dgm:prSet/>
      <dgm:spPr/>
      <dgm:t>
        <a:bodyPr/>
        <a:lstStyle/>
        <a:p>
          <a:endParaRPr lang="en-US"/>
        </a:p>
      </dgm:t>
    </dgm:pt>
    <dgm:pt modelId="{5707DFF5-0BA2-4739-8CCE-FE0DF099C9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Nächste</a:t>
          </a:r>
          <a:r>
            <a:rPr lang="en-US" b="1" dirty="0"/>
            <a:t> </a:t>
          </a:r>
          <a:r>
            <a:rPr lang="en-US" b="1" dirty="0" err="1"/>
            <a:t>Schritte</a:t>
          </a:r>
          <a:r>
            <a:rPr lang="en-US" dirty="0"/>
            <a:t>: </a:t>
          </a:r>
          <a:r>
            <a:rPr lang="en-US" dirty="0" err="1"/>
            <a:t>Implementierung</a:t>
          </a:r>
          <a:r>
            <a:rPr lang="en-US" dirty="0"/>
            <a:t> in </a:t>
          </a:r>
          <a:r>
            <a:rPr lang="en-US" dirty="0" err="1"/>
            <a:t>PyTorch</a:t>
          </a:r>
          <a:r>
            <a:rPr lang="en-US" dirty="0"/>
            <a:t>, </a:t>
          </a:r>
          <a:r>
            <a:rPr lang="en-US" dirty="0" err="1">
              <a:latin typeface="Univers Condensed"/>
            </a:rPr>
            <a:t>Experimente</a:t>
          </a:r>
          <a:r>
            <a:rPr lang="en-US" dirty="0"/>
            <a:t>, </a:t>
          </a:r>
          <a:r>
            <a:rPr lang="en-US" dirty="0" err="1"/>
            <a:t>Analyse</a:t>
          </a:r>
          <a:endParaRPr lang="en-US" dirty="0"/>
        </a:p>
      </dgm:t>
    </dgm:pt>
    <dgm:pt modelId="{7109BC4C-6B93-48B5-91BC-61499194C2A3}" type="parTrans" cxnId="{4FFB0869-7FF4-4D68-BCDB-239EA640C199}">
      <dgm:prSet/>
      <dgm:spPr/>
      <dgm:t>
        <a:bodyPr/>
        <a:lstStyle/>
        <a:p>
          <a:endParaRPr lang="en-US"/>
        </a:p>
      </dgm:t>
    </dgm:pt>
    <dgm:pt modelId="{C73614D7-E6BD-46D0-A0F3-8409A2724233}" type="sibTrans" cxnId="{4FFB0869-7FF4-4D68-BCDB-239EA640C199}">
      <dgm:prSet/>
      <dgm:spPr/>
      <dgm:t>
        <a:bodyPr/>
        <a:lstStyle/>
        <a:p>
          <a:endParaRPr lang="en-US"/>
        </a:p>
      </dgm:t>
    </dgm:pt>
    <dgm:pt modelId="{69C3B45F-62D6-434A-B99D-643D5C62B396}" type="pres">
      <dgm:prSet presAssocID="{2333C9B1-2D4B-4FCD-9587-1315DA142AE9}" presName="root" presStyleCnt="0">
        <dgm:presLayoutVars>
          <dgm:dir/>
          <dgm:resizeHandles val="exact"/>
        </dgm:presLayoutVars>
      </dgm:prSet>
      <dgm:spPr/>
    </dgm:pt>
    <dgm:pt modelId="{63621DED-0EE4-42A2-B3A2-188D843A70BF}" type="pres">
      <dgm:prSet presAssocID="{2AB2C9C7-E14E-41B4-B4D6-FBD401637CD5}" presName="compNode" presStyleCnt="0"/>
      <dgm:spPr/>
    </dgm:pt>
    <dgm:pt modelId="{3C4424F5-25E2-4E38-BB5B-42DEDD2B292D}" type="pres">
      <dgm:prSet presAssocID="{2AB2C9C7-E14E-41B4-B4D6-FBD401637CD5}" presName="bgRect" presStyleLbl="bgShp" presStyleIdx="0" presStyleCnt="2"/>
      <dgm:spPr/>
    </dgm:pt>
    <dgm:pt modelId="{C200E086-5DE0-498B-9C8F-92DEB22CDACA}" type="pres">
      <dgm:prSet presAssocID="{2AB2C9C7-E14E-41B4-B4D6-FBD401637CD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D29D758D-0C2B-4FA4-9674-F4E288B5308F}" type="pres">
      <dgm:prSet presAssocID="{2AB2C9C7-E14E-41B4-B4D6-FBD401637CD5}" presName="spaceRect" presStyleCnt="0"/>
      <dgm:spPr/>
    </dgm:pt>
    <dgm:pt modelId="{6468BE6B-ED1E-465F-82BD-C746D6D43018}" type="pres">
      <dgm:prSet presAssocID="{2AB2C9C7-E14E-41B4-B4D6-FBD401637CD5}" presName="parTx" presStyleLbl="revTx" presStyleIdx="0" presStyleCnt="2">
        <dgm:presLayoutVars>
          <dgm:chMax val="0"/>
          <dgm:chPref val="0"/>
        </dgm:presLayoutVars>
      </dgm:prSet>
      <dgm:spPr/>
    </dgm:pt>
    <dgm:pt modelId="{416C505C-60CD-4710-90C6-B1E54909F55E}" type="pres">
      <dgm:prSet presAssocID="{3A9D1F79-9075-4DFF-9820-F72D059A6D44}" presName="sibTrans" presStyleCnt="0"/>
      <dgm:spPr/>
    </dgm:pt>
    <dgm:pt modelId="{DC64D8A9-A709-4E66-BAB2-0E0FCE585305}" type="pres">
      <dgm:prSet presAssocID="{5707DFF5-0BA2-4739-8CCE-FE0DF099C9E7}" presName="compNode" presStyleCnt="0"/>
      <dgm:spPr/>
    </dgm:pt>
    <dgm:pt modelId="{EEF994A2-FB69-4C96-AFE8-B1968E753039}" type="pres">
      <dgm:prSet presAssocID="{5707DFF5-0BA2-4739-8CCE-FE0DF099C9E7}" presName="bgRect" presStyleLbl="bgShp" presStyleIdx="1" presStyleCnt="2"/>
      <dgm:spPr/>
    </dgm:pt>
    <dgm:pt modelId="{F581B00D-D39C-4B4B-ADCC-FA2376470EBF}" type="pres">
      <dgm:prSet presAssocID="{5707DFF5-0BA2-4739-8CCE-FE0DF099C9E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lben"/>
        </a:ext>
      </dgm:extLst>
    </dgm:pt>
    <dgm:pt modelId="{6EE50D0C-6ABF-4684-9EF7-1894100BC1E6}" type="pres">
      <dgm:prSet presAssocID="{5707DFF5-0BA2-4739-8CCE-FE0DF099C9E7}" presName="spaceRect" presStyleCnt="0"/>
      <dgm:spPr/>
    </dgm:pt>
    <dgm:pt modelId="{5C6E758B-DE54-4AA6-A319-9F26E7CFE91B}" type="pres">
      <dgm:prSet presAssocID="{5707DFF5-0BA2-4739-8CCE-FE0DF099C9E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6B30B46-A9FA-408F-9F3D-E51DCCD74791}" type="presOf" srcId="{2333C9B1-2D4B-4FCD-9587-1315DA142AE9}" destId="{69C3B45F-62D6-434A-B99D-643D5C62B396}" srcOrd="0" destOrd="0" presId="urn:microsoft.com/office/officeart/2018/2/layout/IconVerticalSolidList"/>
    <dgm:cxn modelId="{4FFB0869-7FF4-4D68-BCDB-239EA640C199}" srcId="{2333C9B1-2D4B-4FCD-9587-1315DA142AE9}" destId="{5707DFF5-0BA2-4739-8CCE-FE0DF099C9E7}" srcOrd="1" destOrd="0" parTransId="{7109BC4C-6B93-48B5-91BC-61499194C2A3}" sibTransId="{C73614D7-E6BD-46D0-A0F3-8409A2724233}"/>
    <dgm:cxn modelId="{2E423186-6D3A-4122-82C9-894A8A1C51D3}" type="presOf" srcId="{5707DFF5-0BA2-4739-8CCE-FE0DF099C9E7}" destId="{5C6E758B-DE54-4AA6-A319-9F26E7CFE91B}" srcOrd="0" destOrd="0" presId="urn:microsoft.com/office/officeart/2018/2/layout/IconVerticalSolidList"/>
    <dgm:cxn modelId="{40707AE8-D6E3-4040-828F-7BDCBC5605CC}" srcId="{2333C9B1-2D4B-4FCD-9587-1315DA142AE9}" destId="{2AB2C9C7-E14E-41B4-B4D6-FBD401637CD5}" srcOrd="0" destOrd="0" parTransId="{FE8DDFC5-F243-4CEA-BDD3-C420895D5A0D}" sibTransId="{3A9D1F79-9075-4DFF-9820-F72D059A6D44}"/>
    <dgm:cxn modelId="{92D1ECF8-7F1B-4AFA-8617-2D08EDAA68D6}" type="presOf" srcId="{2AB2C9C7-E14E-41B4-B4D6-FBD401637CD5}" destId="{6468BE6B-ED1E-465F-82BD-C746D6D43018}" srcOrd="0" destOrd="0" presId="urn:microsoft.com/office/officeart/2018/2/layout/IconVerticalSolidList"/>
    <dgm:cxn modelId="{3A27BE67-ECF0-4309-B3C8-2EC8C1092E96}" type="presParOf" srcId="{69C3B45F-62D6-434A-B99D-643D5C62B396}" destId="{63621DED-0EE4-42A2-B3A2-188D843A70BF}" srcOrd="0" destOrd="0" presId="urn:microsoft.com/office/officeart/2018/2/layout/IconVerticalSolidList"/>
    <dgm:cxn modelId="{F586826F-8BA5-41F8-9969-E0F6A1F1D59C}" type="presParOf" srcId="{63621DED-0EE4-42A2-B3A2-188D843A70BF}" destId="{3C4424F5-25E2-4E38-BB5B-42DEDD2B292D}" srcOrd="0" destOrd="0" presId="urn:microsoft.com/office/officeart/2018/2/layout/IconVerticalSolidList"/>
    <dgm:cxn modelId="{701A6A45-3AE0-46DE-BD25-6CBD44E80A6A}" type="presParOf" srcId="{63621DED-0EE4-42A2-B3A2-188D843A70BF}" destId="{C200E086-5DE0-498B-9C8F-92DEB22CDACA}" srcOrd="1" destOrd="0" presId="urn:microsoft.com/office/officeart/2018/2/layout/IconVerticalSolidList"/>
    <dgm:cxn modelId="{1BC98B2C-2B0D-49E5-8AAE-E83914B74013}" type="presParOf" srcId="{63621DED-0EE4-42A2-B3A2-188D843A70BF}" destId="{D29D758D-0C2B-4FA4-9674-F4E288B5308F}" srcOrd="2" destOrd="0" presId="urn:microsoft.com/office/officeart/2018/2/layout/IconVerticalSolidList"/>
    <dgm:cxn modelId="{0F1965CD-04D5-46EC-A595-5EC9D00C7891}" type="presParOf" srcId="{63621DED-0EE4-42A2-B3A2-188D843A70BF}" destId="{6468BE6B-ED1E-465F-82BD-C746D6D43018}" srcOrd="3" destOrd="0" presId="urn:microsoft.com/office/officeart/2018/2/layout/IconVerticalSolidList"/>
    <dgm:cxn modelId="{5651CE58-D1DB-4CDA-89DB-129CD637BE2B}" type="presParOf" srcId="{69C3B45F-62D6-434A-B99D-643D5C62B396}" destId="{416C505C-60CD-4710-90C6-B1E54909F55E}" srcOrd="1" destOrd="0" presId="urn:microsoft.com/office/officeart/2018/2/layout/IconVerticalSolidList"/>
    <dgm:cxn modelId="{7B4ECF0B-DA46-4EAF-BDC6-94E7267291B2}" type="presParOf" srcId="{69C3B45F-62D6-434A-B99D-643D5C62B396}" destId="{DC64D8A9-A709-4E66-BAB2-0E0FCE585305}" srcOrd="2" destOrd="0" presId="urn:microsoft.com/office/officeart/2018/2/layout/IconVerticalSolidList"/>
    <dgm:cxn modelId="{7B55C839-132A-445A-9A0B-08EB6D5F88DF}" type="presParOf" srcId="{DC64D8A9-A709-4E66-BAB2-0E0FCE585305}" destId="{EEF994A2-FB69-4C96-AFE8-B1968E753039}" srcOrd="0" destOrd="0" presId="urn:microsoft.com/office/officeart/2018/2/layout/IconVerticalSolidList"/>
    <dgm:cxn modelId="{FE6B6336-65B2-496A-964D-13F16035DD6A}" type="presParOf" srcId="{DC64D8A9-A709-4E66-BAB2-0E0FCE585305}" destId="{F581B00D-D39C-4B4B-ADCC-FA2376470EBF}" srcOrd="1" destOrd="0" presId="urn:microsoft.com/office/officeart/2018/2/layout/IconVerticalSolidList"/>
    <dgm:cxn modelId="{507431BD-F008-40E5-80F2-A8F53DFA6514}" type="presParOf" srcId="{DC64D8A9-A709-4E66-BAB2-0E0FCE585305}" destId="{6EE50D0C-6ABF-4684-9EF7-1894100BC1E6}" srcOrd="2" destOrd="0" presId="urn:microsoft.com/office/officeart/2018/2/layout/IconVerticalSolidList"/>
    <dgm:cxn modelId="{BC6DAF11-CDF1-476B-BABF-4B0BC0458F84}" type="presParOf" srcId="{DC64D8A9-A709-4E66-BAB2-0E0FCE585305}" destId="{5C6E758B-DE54-4AA6-A319-9F26E7CFE9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0FE6-CABD-4045-8FAB-ED5452BA3139}">
      <dsp:nvSpPr>
        <dsp:cNvPr id="0" name=""/>
        <dsp:cNvSpPr/>
      </dsp:nvSpPr>
      <dsp:spPr>
        <a:xfrm>
          <a:off x="0" y="0"/>
          <a:ext cx="5353169" cy="1411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 Condensed"/>
            </a:rPr>
            <a:t>ANNS </a:t>
          </a:r>
          <a:r>
            <a:rPr lang="en-US" sz="2600" kern="1200" dirty="0" err="1">
              <a:latin typeface="Univers Condensed"/>
            </a:rPr>
            <a:t>verwendet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meinst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eine</a:t>
          </a:r>
          <a:r>
            <a:rPr lang="en-US" sz="2600" kern="1200" dirty="0">
              <a:latin typeface="Univers Condensed"/>
            </a:rPr>
            <a:t> AF </a:t>
          </a:r>
          <a:r>
            <a:rPr lang="en-US" sz="2600" kern="1200" dirty="0" err="1">
              <a:latin typeface="Univers Condensed"/>
            </a:rPr>
            <a:t>überall</a:t>
          </a:r>
          <a:r>
            <a:rPr lang="en-US" sz="2600" kern="1200" dirty="0">
              <a:latin typeface="Univers Condensed"/>
            </a:rPr>
            <a:t> (Z.B. </a:t>
          </a:r>
          <a:r>
            <a:rPr lang="en-US" sz="2600" kern="1200" dirty="0" err="1">
              <a:latin typeface="Univers Condensed"/>
            </a:rPr>
            <a:t>ReLU</a:t>
          </a:r>
          <a:r>
            <a:rPr lang="en-US" sz="2600" kern="1200" dirty="0">
              <a:latin typeface="Univers Condensed"/>
            </a:rPr>
            <a:t>)</a:t>
          </a:r>
          <a:endParaRPr lang="en-US" sz="2600" kern="1200" dirty="0"/>
        </a:p>
      </dsp:txBody>
      <dsp:txXfrm>
        <a:off x="41349" y="41349"/>
        <a:ext cx="3829766" cy="1329066"/>
      </dsp:txXfrm>
    </dsp:sp>
    <dsp:sp modelId="{4944C081-BE29-419A-A2CD-6D1A2D764057}">
      <dsp:nvSpPr>
        <dsp:cNvPr id="0" name=""/>
        <dsp:cNvSpPr/>
      </dsp:nvSpPr>
      <dsp:spPr>
        <a:xfrm>
          <a:off x="472338" y="1647058"/>
          <a:ext cx="5353169" cy="1411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>
              <a:latin typeface="Univers Condensed"/>
            </a:rPr>
            <a:t>Verschiedene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Neuronen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brauchen</a:t>
          </a:r>
          <a:r>
            <a:rPr lang="en-US" sz="2600" kern="1200" dirty="0">
              <a:latin typeface="Univers Condensed"/>
              <a:ea typeface="Calibri"/>
              <a:cs typeface="Calibri"/>
            </a:rPr>
            <a:t> </a:t>
          </a:r>
          <a:r>
            <a:rPr lang="en-US" sz="2600" kern="1200" dirty="0" err="1">
              <a:latin typeface="Univers Condensed"/>
            </a:rPr>
            <a:t>verschidilsche</a:t>
          </a:r>
          <a:r>
            <a:rPr lang="en-US" sz="2600" kern="1200" dirty="0">
              <a:latin typeface="Univers Condensed"/>
            </a:rPr>
            <a:t> Afs</a:t>
          </a:r>
        </a:p>
      </dsp:txBody>
      <dsp:txXfrm>
        <a:off x="513687" y="1688407"/>
        <a:ext cx="3880486" cy="1329066"/>
      </dsp:txXfrm>
    </dsp:sp>
    <dsp:sp modelId="{9405AA83-B446-4B84-9429-290B2B21BDB3}">
      <dsp:nvSpPr>
        <dsp:cNvPr id="0" name=""/>
        <dsp:cNvSpPr/>
      </dsp:nvSpPr>
      <dsp:spPr>
        <a:xfrm>
          <a:off x="944677" y="3294117"/>
          <a:ext cx="5353169" cy="1411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Univers Condensed"/>
            </a:rPr>
            <a:t>Ziel : </a:t>
          </a:r>
          <a:r>
            <a:rPr lang="en-US" sz="2600" kern="1200" dirty="0" err="1">
              <a:latin typeface="Univers Condensed"/>
            </a:rPr>
            <a:t>Automatisch</a:t>
          </a:r>
          <a:r>
            <a:rPr lang="en-US" sz="2600" kern="1200" dirty="0">
              <a:latin typeface="Univers Condensed"/>
            </a:rPr>
            <a:t> die </a:t>
          </a:r>
          <a:r>
            <a:rPr lang="en-US" sz="2600" kern="1200" dirty="0" err="1">
              <a:latin typeface="Univers Condensed"/>
            </a:rPr>
            <a:t>Optimale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Verteilung</a:t>
          </a:r>
          <a:r>
            <a:rPr lang="en-US" sz="2600" kern="1200" dirty="0">
              <a:latin typeface="Univers Condensed"/>
            </a:rPr>
            <a:t> </a:t>
          </a:r>
          <a:r>
            <a:rPr lang="en-US" sz="2600" kern="1200" dirty="0" err="1">
              <a:latin typeface="Univers Condensed"/>
            </a:rPr>
            <a:t>finden</a:t>
          </a:r>
          <a:endParaRPr lang="en-US" sz="2600" kern="1200" dirty="0"/>
        </a:p>
      </dsp:txBody>
      <dsp:txXfrm>
        <a:off x="986026" y="3335466"/>
        <a:ext cx="3880486" cy="1329066"/>
      </dsp:txXfrm>
    </dsp:sp>
    <dsp:sp modelId="{DDB6AB74-CFDD-4436-BF96-AAE5B9D47CAC}">
      <dsp:nvSpPr>
        <dsp:cNvPr id="0" name=""/>
        <dsp:cNvSpPr/>
      </dsp:nvSpPr>
      <dsp:spPr>
        <a:xfrm>
          <a:off x="4435522" y="1070588"/>
          <a:ext cx="917646" cy="91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641992" y="1070588"/>
        <a:ext cx="504706" cy="690529"/>
      </dsp:txXfrm>
    </dsp:sp>
    <dsp:sp modelId="{7EE72782-3C6D-408F-BE6A-DF66F3E02394}">
      <dsp:nvSpPr>
        <dsp:cNvPr id="0" name=""/>
        <dsp:cNvSpPr/>
      </dsp:nvSpPr>
      <dsp:spPr>
        <a:xfrm>
          <a:off x="4907861" y="2708235"/>
          <a:ext cx="917646" cy="9176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114331" y="2708235"/>
        <a:ext cx="504706" cy="690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9F6E8-2070-4A12-BC46-16EF89A98532}">
      <dsp:nvSpPr>
        <dsp:cNvPr id="0" name=""/>
        <dsp:cNvSpPr/>
      </dsp:nvSpPr>
      <dsp:spPr>
        <a:xfrm>
          <a:off x="0" y="33464"/>
          <a:ext cx="1069126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Einfacher Evolutuinsalgorithmus</a:t>
          </a:r>
        </a:p>
      </dsp:txBody>
      <dsp:txXfrm>
        <a:off x="31984" y="65448"/>
        <a:ext cx="10627297" cy="591232"/>
      </dsp:txXfrm>
    </dsp:sp>
    <dsp:sp modelId="{3E68234C-0805-493C-B2FC-15815AE09C08}">
      <dsp:nvSpPr>
        <dsp:cNvPr id="0" name=""/>
        <dsp:cNvSpPr/>
      </dsp:nvSpPr>
      <dsp:spPr>
        <a:xfrm>
          <a:off x="0" y="769304"/>
          <a:ext cx="1069126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Jedes Individuum = Af-Zuweisung pro Neuron</a:t>
          </a:r>
        </a:p>
      </dsp:txBody>
      <dsp:txXfrm>
        <a:off x="31984" y="801288"/>
        <a:ext cx="10627297" cy="591232"/>
      </dsp:txXfrm>
    </dsp:sp>
    <dsp:sp modelId="{4CA6A52D-6D54-4C42-968A-DC46182976C6}">
      <dsp:nvSpPr>
        <dsp:cNvPr id="0" name=""/>
        <dsp:cNvSpPr/>
      </dsp:nvSpPr>
      <dsp:spPr>
        <a:xfrm>
          <a:off x="0" y="1505144"/>
          <a:ext cx="1069126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Evolution + Backpropagation      Beste Kombination</a:t>
          </a:r>
        </a:p>
      </dsp:txBody>
      <dsp:txXfrm>
        <a:off x="31984" y="1537128"/>
        <a:ext cx="10627297" cy="591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21A6C-3992-4975-AC19-D7FDA16721CD}">
      <dsp:nvSpPr>
        <dsp:cNvPr id="0" name=""/>
        <dsp:cNvSpPr/>
      </dsp:nvSpPr>
      <dsp:spPr>
        <a:xfrm>
          <a:off x="0" y="232625"/>
          <a:ext cx="5832136" cy="810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Zufällige</a:t>
          </a:r>
          <a:r>
            <a:rPr lang="en-US" sz="3300" kern="12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 Population</a:t>
          </a:r>
          <a:endParaRPr lang="en-US" sz="3300" kern="1200" dirty="0">
            <a:solidFill>
              <a:srgbClr val="FFFFFF"/>
            </a:solidFill>
            <a:latin typeface="Calisto MT"/>
            <a:ea typeface="+mn-ea"/>
            <a:cs typeface="+mn-cs"/>
          </a:endParaRPr>
        </a:p>
      </dsp:txBody>
      <dsp:txXfrm>
        <a:off x="39580" y="272205"/>
        <a:ext cx="5752976" cy="731650"/>
      </dsp:txXfrm>
    </dsp:sp>
    <dsp:sp modelId="{9C00AD31-6355-43C6-AF98-7C85502B6DD8}">
      <dsp:nvSpPr>
        <dsp:cNvPr id="0" name=""/>
        <dsp:cNvSpPr/>
      </dsp:nvSpPr>
      <dsp:spPr>
        <a:xfrm>
          <a:off x="0" y="1138475"/>
          <a:ext cx="5832136" cy="810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Fitness(</a:t>
          </a:r>
          <a:r>
            <a:rPr lang="en-US" sz="3300" kern="12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trainieren</a:t>
          </a:r>
          <a:r>
            <a:rPr lang="en-US" sz="3300" kern="12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 + </a:t>
          </a:r>
          <a:r>
            <a:rPr lang="en-US" sz="3300" kern="12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Genauigkeit</a:t>
          </a:r>
          <a:r>
            <a:rPr lang="en-US" sz="3300" kern="12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)</a:t>
          </a:r>
          <a:endParaRPr lang="en-US" sz="3300" kern="1200" dirty="0">
            <a:solidFill>
              <a:srgbClr val="FFFFFF"/>
            </a:solidFill>
            <a:latin typeface="Calisto MT"/>
            <a:ea typeface="+mn-ea"/>
            <a:cs typeface="+mn-cs"/>
          </a:endParaRPr>
        </a:p>
      </dsp:txBody>
      <dsp:txXfrm>
        <a:off x="39580" y="1178055"/>
        <a:ext cx="5752976" cy="731650"/>
      </dsp:txXfrm>
    </dsp:sp>
    <dsp:sp modelId="{D86D47DE-1151-4A70-9F9E-0126AD292C29}">
      <dsp:nvSpPr>
        <dsp:cNvPr id="0" name=""/>
        <dsp:cNvSpPr/>
      </dsp:nvSpPr>
      <dsp:spPr>
        <a:xfrm>
          <a:off x="0" y="2044325"/>
          <a:ext cx="5832136" cy="810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Selektion</a:t>
          </a:r>
          <a:endParaRPr lang="en-US" sz="3300" kern="1200" dirty="0" err="1">
            <a:solidFill>
              <a:srgbClr val="FFFFFF"/>
            </a:solidFill>
            <a:latin typeface="Calisto MT"/>
            <a:ea typeface="+mn-ea"/>
            <a:cs typeface="+mn-cs"/>
          </a:endParaRPr>
        </a:p>
      </dsp:txBody>
      <dsp:txXfrm>
        <a:off x="39580" y="2083905"/>
        <a:ext cx="5752976" cy="731650"/>
      </dsp:txXfrm>
    </dsp:sp>
    <dsp:sp modelId="{56F76147-C30F-4D45-A1BB-B054EDB1FA58}">
      <dsp:nvSpPr>
        <dsp:cNvPr id="0" name=""/>
        <dsp:cNvSpPr/>
      </dsp:nvSpPr>
      <dsp:spPr>
        <a:xfrm>
          <a:off x="0" y="2950175"/>
          <a:ext cx="5832136" cy="810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FFFFFF"/>
              </a:solidFill>
              <a:latin typeface="Univers Condensed"/>
              <a:ea typeface="+mn-ea"/>
              <a:cs typeface="+mn-cs"/>
            </a:rPr>
            <a:t>Crossover + Mutation</a:t>
          </a:r>
        </a:p>
      </dsp:txBody>
      <dsp:txXfrm>
        <a:off x="39580" y="2989755"/>
        <a:ext cx="5752976" cy="731650"/>
      </dsp:txXfrm>
    </dsp:sp>
    <dsp:sp modelId="{377FF579-9040-4467-BE4F-FBCE78033F67}">
      <dsp:nvSpPr>
        <dsp:cNvPr id="0" name=""/>
        <dsp:cNvSpPr/>
      </dsp:nvSpPr>
      <dsp:spPr>
        <a:xfrm>
          <a:off x="0" y="3856025"/>
          <a:ext cx="5832136" cy="810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>
              <a:solidFill>
                <a:srgbClr val="FFFFFF"/>
              </a:solidFill>
              <a:latin typeface="Univers Condensed"/>
              <a:ea typeface="+mn-ea"/>
              <a:cs typeface="+mn-cs"/>
            </a:rPr>
            <a:t>Wiederholen</a:t>
          </a:r>
          <a:endParaRPr lang="en-US" sz="3300" kern="1200" dirty="0">
            <a:solidFill>
              <a:srgbClr val="FFFFFF"/>
            </a:solidFill>
            <a:latin typeface="Univers Condensed"/>
            <a:ea typeface="+mn-ea"/>
            <a:cs typeface="+mn-cs"/>
          </a:endParaRPr>
        </a:p>
      </dsp:txBody>
      <dsp:txXfrm>
        <a:off x="39580" y="3895605"/>
        <a:ext cx="5752976" cy="7316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AB071-DAC3-4CFE-8C19-941CDC61B013}">
      <dsp:nvSpPr>
        <dsp:cNvPr id="0" name=""/>
        <dsp:cNvSpPr/>
      </dsp:nvSpPr>
      <dsp:spPr>
        <a:xfrm>
          <a:off x="0" y="492"/>
          <a:ext cx="5189669" cy="11524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189564-6888-4B07-8CED-D286945043EB}">
      <dsp:nvSpPr>
        <dsp:cNvPr id="0" name=""/>
        <dsp:cNvSpPr/>
      </dsp:nvSpPr>
      <dsp:spPr>
        <a:xfrm>
          <a:off x="348624" y="259799"/>
          <a:ext cx="633862" cy="633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B370C-B65C-45BA-96A5-725C74863D6A}">
      <dsp:nvSpPr>
        <dsp:cNvPr id="0" name=""/>
        <dsp:cNvSpPr/>
      </dsp:nvSpPr>
      <dsp:spPr>
        <a:xfrm>
          <a:off x="1331111" y="492"/>
          <a:ext cx="3858557" cy="115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70" tIns="121970" rIns="121970" bIns="121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Benchmarks von der Basics-Gruppe (</a:t>
          </a:r>
          <a:r>
            <a:rPr lang="en-US" sz="2100" kern="1200" dirty="0" err="1"/>
            <a:t>Klassifikation</a:t>
          </a:r>
          <a:r>
            <a:rPr lang="en-US" sz="2100" kern="1200" dirty="0"/>
            <a:t>)</a:t>
          </a:r>
        </a:p>
      </dsp:txBody>
      <dsp:txXfrm>
        <a:off x="1331111" y="492"/>
        <a:ext cx="3858557" cy="1152477"/>
      </dsp:txXfrm>
    </dsp:sp>
    <dsp:sp modelId="{B18537C5-D341-4339-840E-15DDF1B838F9}">
      <dsp:nvSpPr>
        <dsp:cNvPr id="0" name=""/>
        <dsp:cNvSpPr/>
      </dsp:nvSpPr>
      <dsp:spPr>
        <a:xfrm>
          <a:off x="0" y="1441088"/>
          <a:ext cx="5189669" cy="11524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7DA78-2DC4-4C0C-919E-43C965D5815B}">
      <dsp:nvSpPr>
        <dsp:cNvPr id="0" name=""/>
        <dsp:cNvSpPr/>
      </dsp:nvSpPr>
      <dsp:spPr>
        <a:xfrm>
          <a:off x="348624" y="1700396"/>
          <a:ext cx="633862" cy="633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48280-03A0-4646-9969-9736A5219194}">
      <dsp:nvSpPr>
        <dsp:cNvPr id="0" name=""/>
        <dsp:cNvSpPr/>
      </dsp:nvSpPr>
      <dsp:spPr>
        <a:xfrm>
          <a:off x="1331111" y="1441088"/>
          <a:ext cx="3858557" cy="115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70" tIns="121970" rIns="121970" bIns="121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Vergleich</a:t>
          </a:r>
          <a:r>
            <a:rPr lang="en-US" sz="2100" kern="1200" dirty="0"/>
            <a:t>: • Standard-ANN (</a:t>
          </a:r>
          <a:r>
            <a:rPr lang="en-US" sz="2100" kern="1200" dirty="0" err="1"/>
            <a:t>alles</a:t>
          </a:r>
          <a:r>
            <a:rPr lang="en-US" sz="2100" kern="1200" dirty="0"/>
            <a:t> </a:t>
          </a:r>
          <a:r>
            <a:rPr lang="en-US" sz="2100" kern="1200" dirty="0" err="1"/>
            <a:t>ReLU</a:t>
          </a:r>
          <a:r>
            <a:rPr lang="en-US" sz="2100" kern="1200" dirty="0"/>
            <a:t>) • EA-</a:t>
          </a:r>
          <a:r>
            <a:rPr lang="en-US" sz="2100" kern="1200" dirty="0" err="1"/>
            <a:t>optimiertes</a:t>
          </a:r>
          <a:r>
            <a:rPr lang="en-US" sz="2100" kern="1200" dirty="0"/>
            <a:t> </a:t>
          </a:r>
        </a:p>
      </dsp:txBody>
      <dsp:txXfrm>
        <a:off x="1331111" y="1441088"/>
        <a:ext cx="3858557" cy="1152477"/>
      </dsp:txXfrm>
    </dsp:sp>
    <dsp:sp modelId="{2F4445B9-958C-43EE-8156-D152D2042336}">
      <dsp:nvSpPr>
        <dsp:cNvPr id="0" name=""/>
        <dsp:cNvSpPr/>
      </dsp:nvSpPr>
      <dsp:spPr>
        <a:xfrm>
          <a:off x="0" y="2881685"/>
          <a:ext cx="5189669" cy="11524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9C691-0D8B-45A6-8E2E-A31F334F9B7A}">
      <dsp:nvSpPr>
        <dsp:cNvPr id="0" name=""/>
        <dsp:cNvSpPr/>
      </dsp:nvSpPr>
      <dsp:spPr>
        <a:xfrm>
          <a:off x="348624" y="3140992"/>
          <a:ext cx="633862" cy="633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E0B93-2229-4DEC-B37B-350B3F304691}">
      <dsp:nvSpPr>
        <dsp:cNvPr id="0" name=""/>
        <dsp:cNvSpPr/>
      </dsp:nvSpPr>
      <dsp:spPr>
        <a:xfrm>
          <a:off x="1331111" y="2881685"/>
          <a:ext cx="3858557" cy="115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70" tIns="121970" rIns="121970" bIns="121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Metriken</a:t>
          </a:r>
          <a:r>
            <a:rPr lang="en-US" sz="2100" kern="1200" dirty="0"/>
            <a:t>: </a:t>
          </a:r>
          <a:r>
            <a:rPr lang="en-US" sz="2100" kern="1200" dirty="0" err="1"/>
            <a:t>Genauigkeit</a:t>
          </a:r>
          <a:r>
            <a:rPr lang="en-US" sz="2100" kern="1200" dirty="0"/>
            <a:t>, </a:t>
          </a:r>
          <a:r>
            <a:rPr lang="en-US" sz="2100" kern="1200" dirty="0" err="1"/>
            <a:t>Stabilität</a:t>
          </a:r>
          <a:r>
            <a:rPr lang="en-US" sz="2100" kern="1200" dirty="0"/>
            <a:t>, </a:t>
          </a:r>
        </a:p>
      </dsp:txBody>
      <dsp:txXfrm>
        <a:off x="1331111" y="2881685"/>
        <a:ext cx="3858557" cy="11524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0D23A-95B8-48D4-9BCF-CE4F8DDD8735}">
      <dsp:nvSpPr>
        <dsp:cNvPr id="0" name=""/>
        <dsp:cNvSpPr/>
      </dsp:nvSpPr>
      <dsp:spPr>
        <a:xfrm>
          <a:off x="0" y="54241"/>
          <a:ext cx="6590401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Bessere Performance als Standard-ANN</a:t>
          </a:r>
        </a:p>
      </dsp:txBody>
      <dsp:txXfrm>
        <a:off x="58428" y="112669"/>
        <a:ext cx="6473545" cy="1080053"/>
      </dsp:txXfrm>
    </dsp:sp>
    <dsp:sp modelId="{D241D195-A479-49B7-91F0-76BE3545441D}">
      <dsp:nvSpPr>
        <dsp:cNvPr id="0" name=""/>
        <dsp:cNvSpPr/>
      </dsp:nvSpPr>
      <dsp:spPr>
        <a:xfrm>
          <a:off x="0" y="1340431"/>
          <a:ext cx="6590401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Flexiblere Netze</a:t>
          </a:r>
        </a:p>
      </dsp:txBody>
      <dsp:txXfrm>
        <a:off x="58428" y="1398859"/>
        <a:ext cx="6473545" cy="1080053"/>
      </dsp:txXfrm>
    </dsp:sp>
    <dsp:sp modelId="{7A23ACB6-077D-46EC-A5BC-4E83F969F081}">
      <dsp:nvSpPr>
        <dsp:cNvPr id="0" name=""/>
        <dsp:cNvSpPr/>
      </dsp:nvSpPr>
      <dsp:spPr>
        <a:xfrm>
          <a:off x="0" y="2626621"/>
          <a:ext cx="6590401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Erkenntnis: welche AF wo am besten passt</a:t>
          </a:r>
        </a:p>
      </dsp:txBody>
      <dsp:txXfrm>
        <a:off x="58428" y="2685049"/>
        <a:ext cx="6473545" cy="10800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424F5-25E2-4E38-BB5B-42DEDD2B292D}">
      <dsp:nvSpPr>
        <dsp:cNvPr id="0" name=""/>
        <dsp:cNvSpPr/>
      </dsp:nvSpPr>
      <dsp:spPr>
        <a:xfrm>
          <a:off x="0" y="571867"/>
          <a:ext cx="5212080" cy="10557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0E086-5DE0-498B-9C8F-92DEB22CDACA}">
      <dsp:nvSpPr>
        <dsp:cNvPr id="0" name=""/>
        <dsp:cNvSpPr/>
      </dsp:nvSpPr>
      <dsp:spPr>
        <a:xfrm>
          <a:off x="319366" y="809412"/>
          <a:ext cx="580665" cy="5806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8BE6B-ED1E-465F-82BD-C746D6D43018}">
      <dsp:nvSpPr>
        <dsp:cNvPr id="0" name=""/>
        <dsp:cNvSpPr/>
      </dsp:nvSpPr>
      <dsp:spPr>
        <a:xfrm>
          <a:off x="1219397" y="571867"/>
          <a:ext cx="3992682" cy="1055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34" tIns="111734" rIns="111734" bIns="111734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Herausforderung</a:t>
          </a:r>
          <a:r>
            <a:rPr lang="en-US" sz="1900" kern="1200" dirty="0"/>
            <a:t>:</a:t>
          </a:r>
          <a:r>
            <a:rPr lang="en-US" sz="1900" kern="1200" dirty="0">
              <a:latin typeface="Univers Condensed"/>
            </a:rPr>
            <a:t> </a:t>
          </a:r>
          <a:r>
            <a:rPr lang="en-US" sz="1900" kern="1200" dirty="0"/>
            <a:t> </a:t>
          </a:r>
          <a:r>
            <a:rPr lang="en-US" sz="1900" kern="1200" dirty="0">
              <a:latin typeface="Univers Condensed"/>
            </a:rPr>
            <a:t>Training</a:t>
          </a:r>
          <a:r>
            <a:rPr lang="en-US" sz="1900" kern="1200" dirty="0"/>
            <a:t> </a:t>
          </a:r>
          <a:r>
            <a:rPr lang="en-US" sz="1900" kern="1200" dirty="0" err="1">
              <a:latin typeface="Univers Condensed"/>
            </a:rPr>
            <a:t>langsam</a:t>
          </a:r>
          <a:r>
            <a:rPr lang="en-US" sz="1900" kern="1200" dirty="0">
              <a:latin typeface="Univers Condensed"/>
            </a:rPr>
            <a:t> </a:t>
          </a:r>
          <a:r>
            <a:rPr lang="en-US" sz="1900" kern="1200" dirty="0"/>
            <a:t>( </a:t>
          </a:r>
          <a:r>
            <a:rPr lang="en-US" sz="1900" kern="1200" dirty="0" err="1"/>
            <a:t>kleine</a:t>
          </a:r>
          <a:r>
            <a:rPr lang="en-US" sz="1900" kern="1200" dirty="0"/>
            <a:t> Population)</a:t>
          </a:r>
        </a:p>
      </dsp:txBody>
      <dsp:txXfrm>
        <a:off x="1219397" y="571867"/>
        <a:ext cx="3992682" cy="1055755"/>
      </dsp:txXfrm>
    </dsp:sp>
    <dsp:sp modelId="{EEF994A2-FB69-4C96-AFE8-B1968E753039}">
      <dsp:nvSpPr>
        <dsp:cNvPr id="0" name=""/>
        <dsp:cNvSpPr/>
      </dsp:nvSpPr>
      <dsp:spPr>
        <a:xfrm>
          <a:off x="0" y="1891561"/>
          <a:ext cx="5212080" cy="10557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1B00D-D39C-4B4B-ADCC-FA2376470EBF}">
      <dsp:nvSpPr>
        <dsp:cNvPr id="0" name=""/>
        <dsp:cNvSpPr/>
      </dsp:nvSpPr>
      <dsp:spPr>
        <a:xfrm>
          <a:off x="319366" y="2129106"/>
          <a:ext cx="580665" cy="5806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E758B-DE54-4AA6-A319-9F26E7CFE91B}">
      <dsp:nvSpPr>
        <dsp:cNvPr id="0" name=""/>
        <dsp:cNvSpPr/>
      </dsp:nvSpPr>
      <dsp:spPr>
        <a:xfrm>
          <a:off x="1219397" y="1891561"/>
          <a:ext cx="3992682" cy="1055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34" tIns="111734" rIns="111734" bIns="1117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Nächste</a:t>
          </a:r>
          <a:r>
            <a:rPr lang="en-US" sz="1900" b="1" kern="1200" dirty="0"/>
            <a:t> </a:t>
          </a:r>
          <a:r>
            <a:rPr lang="en-US" sz="1900" b="1" kern="1200" dirty="0" err="1"/>
            <a:t>Schritte</a:t>
          </a:r>
          <a:r>
            <a:rPr lang="en-US" sz="1900" kern="1200" dirty="0"/>
            <a:t>: </a:t>
          </a:r>
          <a:r>
            <a:rPr lang="en-US" sz="1900" kern="1200" dirty="0" err="1"/>
            <a:t>Implementierung</a:t>
          </a:r>
          <a:r>
            <a:rPr lang="en-US" sz="1900" kern="1200" dirty="0"/>
            <a:t> in </a:t>
          </a:r>
          <a:r>
            <a:rPr lang="en-US" sz="1900" kern="1200" dirty="0" err="1"/>
            <a:t>PyTorch</a:t>
          </a:r>
          <a:r>
            <a:rPr lang="en-US" sz="1900" kern="1200" dirty="0"/>
            <a:t>, </a:t>
          </a:r>
          <a:r>
            <a:rPr lang="en-US" sz="1900" kern="1200" dirty="0" err="1">
              <a:latin typeface="Univers Condensed"/>
            </a:rPr>
            <a:t>Experimente</a:t>
          </a:r>
          <a:r>
            <a:rPr lang="en-US" sz="1900" kern="1200" dirty="0"/>
            <a:t>, </a:t>
          </a:r>
          <a:r>
            <a:rPr lang="en-US" sz="1900" kern="1200" dirty="0" err="1"/>
            <a:t>Analyse</a:t>
          </a:r>
          <a:endParaRPr lang="en-US" sz="1900" kern="1200" dirty="0"/>
        </a:p>
      </dsp:txBody>
      <dsp:txXfrm>
        <a:off x="1219397" y="1891561"/>
        <a:ext cx="3992682" cy="1055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9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5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1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4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6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1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7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8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9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1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9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01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6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200">
                <a:ea typeface="+mj-lt"/>
                <a:cs typeface="+mj-lt"/>
              </a:rPr>
              <a:t>Optimierung der AF-Verteilung in Künstlichen Neuronalen Netzen mit Evolutionsalgorithmen</a:t>
            </a:r>
            <a:endParaRPr lang="en-US" sz="2200"/>
          </a:p>
          <a:p>
            <a:pPr>
              <a:lnSpc>
                <a:spcPct val="90000"/>
              </a:lnSpc>
            </a:pPr>
            <a:endParaRPr lang="de-DE" sz="220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sz="1800"/>
              <a:t>Khalil Ibrahim</a:t>
            </a:r>
          </a:p>
          <a:p>
            <a:r>
              <a:rPr lang="de-DE" sz="1800"/>
              <a:t>Ps Natural Computation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17120EE-234F-67D6-1E3F-CA683ED8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22" r="17198" b="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14477-6501-4697-1214-D8138421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BF8B46-6490-ADE1-14A3-60440C847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281089"/>
              </p:ext>
            </p:extLst>
          </p:nvPr>
        </p:nvGraphicFramePr>
        <p:xfrm>
          <a:off x="409473" y="1623372"/>
          <a:ext cx="6297847" cy="470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0162A7-70F2-C740-0492-086134D2EB7C}"/>
              </a:ext>
            </a:extLst>
          </p:cNvPr>
          <p:cNvSpPr txBox="1"/>
          <p:nvPr/>
        </p:nvSpPr>
        <p:spPr>
          <a:xfrm>
            <a:off x="416040" y="172046"/>
            <a:ext cx="10997013" cy="1200329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                                              </a:t>
            </a:r>
            <a:r>
              <a:rPr lang="en-US" sz="3600" dirty="0"/>
              <a:t> </a:t>
            </a:r>
            <a:r>
              <a:rPr lang="en-US" sz="3600" dirty="0" err="1"/>
              <a:t>Problemstellung</a:t>
            </a:r>
          </a:p>
          <a:p>
            <a:endParaRPr lang="en-US" sz="3600" dirty="0"/>
          </a:p>
        </p:txBody>
      </p:sp>
      <p:pic>
        <p:nvPicPr>
          <p:cNvPr id="747" name="Picture 746">
            <a:extLst>
              <a:ext uri="{FF2B5EF4-FFF2-40B4-BE49-F238E27FC236}">
                <a16:creationId xmlns:a16="http://schemas.microsoft.com/office/drawing/2014/main" id="{D9EE80B5-0A7D-0D6A-3D69-7FB3FFCC72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3099" y="1637054"/>
            <a:ext cx="4699747" cy="49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8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0E18755-9C39-50BA-DF59-098535241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388366"/>
              </p:ext>
            </p:extLst>
          </p:nvPr>
        </p:nvGraphicFramePr>
        <p:xfrm>
          <a:off x="700635" y="1348909"/>
          <a:ext cx="10691265" cy="2193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024F7F-FA0C-2172-DE54-75475353FEC6}"/>
              </a:ext>
            </a:extLst>
          </p:cNvPr>
          <p:cNvSpPr txBox="1"/>
          <p:nvPr/>
        </p:nvSpPr>
        <p:spPr>
          <a:xfrm>
            <a:off x="703169" y="114772"/>
            <a:ext cx="10708832" cy="646331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                                                      </a:t>
            </a:r>
            <a:r>
              <a:rPr lang="en-US" sz="3600" dirty="0"/>
              <a:t> </a:t>
            </a:r>
            <a:r>
              <a:rPr lang="en-US" sz="3600"/>
              <a:t>Idee / Ansatz</a:t>
            </a:r>
            <a:endParaRPr lang="en-US" sz="3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8EAE51-A90E-781A-0C9F-09FD7C4D5C33}"/>
              </a:ext>
            </a:extLst>
          </p:cNvPr>
          <p:cNvCxnSpPr/>
          <p:nvPr/>
        </p:nvCxnSpPr>
        <p:spPr>
          <a:xfrm>
            <a:off x="5433644" y="2898189"/>
            <a:ext cx="262833" cy="8834"/>
          </a:xfrm>
          <a:prstGeom prst="straightConnector1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32B94D7-B0C2-7D1E-25ED-B3D7FA136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60" y="3965458"/>
            <a:ext cx="6227108" cy="2688852"/>
          </a:xfrm>
          <a:prstGeom prst="rect">
            <a:avLst/>
          </a:prstGeom>
        </p:spPr>
      </p:pic>
      <p:pic>
        <p:nvPicPr>
          <p:cNvPr id="14" name="Picture 13" descr="Künstliche Intelligenz Gehirn Neuronale Netzwerk-Verbindungsdaten.  3D-Rendering Stockfotografie - Alamy">
            <a:extLst>
              <a:ext uri="{FF2B5EF4-FFF2-40B4-BE49-F238E27FC236}">
                <a16:creationId xmlns:a16="http://schemas.microsoft.com/office/drawing/2014/main" id="{CDCA4596-C130-ED44-0A79-DEB6EE683F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206" y="3965621"/>
            <a:ext cx="3923732" cy="265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8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9EB6-42FE-64DC-980D-BA342923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C14C7A-DCC0-E636-D168-C3972E78F047}"/>
              </a:ext>
            </a:extLst>
          </p:cNvPr>
          <p:cNvSpPr txBox="1"/>
          <p:nvPr/>
        </p:nvSpPr>
        <p:spPr>
          <a:xfrm>
            <a:off x="758876" y="204419"/>
            <a:ext cx="10676514" cy="1077218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                             </a:t>
            </a:r>
            <a:r>
              <a:rPr lang="en-US" sz="3200" dirty="0"/>
              <a:t> Representation(</a:t>
            </a:r>
            <a:r>
              <a:rPr lang="en-US" sz="3200" dirty="0" err="1"/>
              <a:t>Chromoson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C68411-DFFC-2DED-5DC1-D3AFB9F52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6" y="3262052"/>
            <a:ext cx="10668803" cy="3192531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218D891-0E28-CC90-D7AD-194E02424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01" y="1712206"/>
            <a:ext cx="7117078" cy="1383412"/>
          </a:xfr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Festes</a:t>
            </a:r>
            <a:r>
              <a:rPr lang="en-US" sz="2400" dirty="0"/>
              <a:t> Netz + </a:t>
            </a:r>
            <a:r>
              <a:rPr lang="en-US" sz="2400" dirty="0" err="1"/>
              <a:t>Chromoson</a:t>
            </a:r>
            <a:r>
              <a:rPr lang="en-US" sz="2400" dirty="0"/>
              <a:t> = </a:t>
            </a:r>
            <a:endParaRPr lang="en-US"/>
          </a:p>
          <a:p>
            <a:r>
              <a:rPr lang="en-US" sz="2400" dirty="0" err="1"/>
              <a:t>ReLU</a:t>
            </a:r>
            <a:r>
              <a:rPr lang="en-US" sz="2400" dirty="0"/>
              <a:t> ,Swish ,</a:t>
            </a:r>
            <a:r>
              <a:rPr lang="en-US" sz="2400" dirty="0" err="1"/>
              <a:t>LeakyReLU</a:t>
            </a:r>
            <a:r>
              <a:rPr lang="en-US" sz="2400" dirty="0"/>
              <a:t> ,ELU ,Mish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384DF1-36F8-0038-F04D-9D6A8DEB4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325" y="596386"/>
            <a:ext cx="2418228" cy="22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5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619E-B9C6-046E-267A-D2524FBA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5D19DE2-E762-3348-5C0C-5AA872DFE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585271"/>
              </p:ext>
            </p:extLst>
          </p:nvPr>
        </p:nvGraphicFramePr>
        <p:xfrm>
          <a:off x="702259" y="1478994"/>
          <a:ext cx="5832136" cy="4899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E8D9C3-146D-6A80-226A-93ACD771AF5B}"/>
              </a:ext>
            </a:extLst>
          </p:cNvPr>
          <p:cNvSpPr txBox="1"/>
          <p:nvPr/>
        </p:nvSpPr>
        <p:spPr>
          <a:xfrm>
            <a:off x="703169" y="114772"/>
            <a:ext cx="10708832" cy="1200329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                              </a:t>
            </a:r>
            <a:r>
              <a:rPr lang="en-US" sz="3600" dirty="0"/>
              <a:t>Der </a:t>
            </a:r>
            <a:r>
              <a:rPr lang="en-US" sz="3600" dirty="0" err="1"/>
              <a:t>Evolationsagorithmus</a:t>
            </a:r>
            <a:endParaRPr lang="en-US" sz="3600"/>
          </a:p>
          <a:p>
            <a:endParaRPr lang="en-US" sz="3600" dirty="0"/>
          </a:p>
        </p:txBody>
      </p:sp>
      <p:pic>
        <p:nvPicPr>
          <p:cNvPr id="344" name="Picture 343">
            <a:extLst>
              <a:ext uri="{FF2B5EF4-FFF2-40B4-BE49-F238E27FC236}">
                <a16:creationId xmlns:a16="http://schemas.microsoft.com/office/drawing/2014/main" id="{144C1D3D-D880-E66B-8631-3354B432A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631" y="1476542"/>
            <a:ext cx="4954989" cy="468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8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7F065C3-98E8-C348-C08C-8EF88D19B9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3858807"/>
              </p:ext>
            </p:extLst>
          </p:nvPr>
        </p:nvGraphicFramePr>
        <p:xfrm>
          <a:off x="726499" y="2368971"/>
          <a:ext cx="5189669" cy="4034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E629B1-6A4F-AAFB-1BA3-D6C139244A0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6572844" y="1631658"/>
            <a:ext cx="4870820" cy="4918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29DEB-EDA4-C986-F9AD-A070AE25037F}"/>
              </a:ext>
            </a:extLst>
          </p:cNvPr>
          <p:cNvSpPr txBox="1"/>
          <p:nvPr/>
        </p:nvSpPr>
        <p:spPr>
          <a:xfrm>
            <a:off x="724621" y="435043"/>
            <a:ext cx="10723549" cy="1200329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                                 </a:t>
            </a:r>
            <a:r>
              <a:rPr lang="en-US" sz="3600" dirty="0" err="1"/>
              <a:t>Experimente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6588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4CF-EEDF-EB47-C2AA-4109A1A3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83" y="277362"/>
            <a:ext cx="10714167" cy="1105459"/>
          </a:xfr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b="0" dirty="0">
                <a:ea typeface="+mj-lt"/>
                <a:cs typeface="+mj-lt"/>
              </a:rPr>
              <a:t>                                  </a:t>
            </a:r>
            <a:r>
              <a:rPr lang="en-US" sz="3600" b="0" dirty="0" err="1">
                <a:ea typeface="+mj-lt"/>
                <a:cs typeface="+mj-lt"/>
              </a:rPr>
              <a:t>Erwartete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Ergebnisse</a:t>
            </a:r>
            <a:endParaRPr lang="en-US" sz="3600"/>
          </a:p>
          <a:p>
            <a:endParaRPr lang="en-US" dirty="0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BBB204C6-86E7-B49E-C381-00830318D76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92883" y="1893614"/>
          <a:ext cx="6590402" cy="3877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7863CA-DC67-D596-9A93-500E961556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7637499" y="2293251"/>
            <a:ext cx="4126006" cy="3487270"/>
          </a:xfrm>
          <a:prstGeom prst="rect">
            <a:avLst/>
          </a:prstGeom>
        </p:spPr>
      </p:pic>
      <p:pic>
        <p:nvPicPr>
          <p:cNvPr id="40" name="Picture 39" descr="grüner kreis mit grünem häkchen. flaches ok-aufklebersymbol. grünes häkchensymbol. häkchensymbol in grüner farbe - grüner haken stock-grafiken, -clipart, -cartoons und -symbole">
            <a:extLst>
              <a:ext uri="{FF2B5EF4-FFF2-40B4-BE49-F238E27FC236}">
                <a16:creationId xmlns:a16="http://schemas.microsoft.com/office/drawing/2014/main" id="{EA43F501-0C96-885E-38B6-5E909EA47A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752" y="5776567"/>
            <a:ext cx="1425714" cy="102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12811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C90D1-1029-81EA-5615-9C00104E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652191"/>
            <a:ext cx="10689645" cy="1154180"/>
          </a:xfrm>
          <a:solidFill>
            <a:srgbClr val="00B0F0"/>
          </a:solidFill>
        </p:spPr>
        <p:txBody>
          <a:bodyPr/>
          <a:lstStyle/>
          <a:p>
            <a:r>
              <a:rPr lang="en-US" sz="3600" b="0" dirty="0">
                <a:ea typeface="+mj-lt"/>
                <a:cs typeface="+mj-lt"/>
              </a:rPr>
              <a:t>              </a:t>
            </a:r>
            <a:r>
              <a:rPr lang="en-US" sz="3600" b="0" dirty="0" err="1">
                <a:ea typeface="+mj-lt"/>
                <a:cs typeface="+mj-lt"/>
              </a:rPr>
              <a:t>Herausforderungen</a:t>
            </a:r>
            <a:r>
              <a:rPr lang="en-US" sz="3600" b="0" dirty="0">
                <a:ea typeface="+mj-lt"/>
                <a:cs typeface="+mj-lt"/>
              </a:rPr>
              <a:t> &amp; </a:t>
            </a:r>
            <a:r>
              <a:rPr lang="en-US" sz="3600" b="0" dirty="0" err="1">
                <a:ea typeface="+mj-lt"/>
                <a:cs typeface="+mj-lt"/>
              </a:rPr>
              <a:t>nächste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Schritte</a:t>
            </a:r>
            <a:endParaRPr lang="en-US" sz="3600"/>
          </a:p>
          <a:p>
            <a:endParaRPr lang="en-US" dirty="0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9F057D62-18C1-7648-0E72-25AF2DFCA8D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04088" y="2442702"/>
          <a:ext cx="5212080" cy="3519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6" descr="950 Nächste Schritte High Res Vector Graphics - Getty Images | Ausblick,  Zukunft, Steps">
            <a:extLst>
              <a:ext uri="{FF2B5EF4-FFF2-40B4-BE49-F238E27FC236}">
                <a16:creationId xmlns:a16="http://schemas.microsoft.com/office/drawing/2014/main" id="{2631BFCA-F95C-CA50-04AA-AB286FD23F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7196998" y="2721012"/>
            <a:ext cx="4416136" cy="29510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3A18A4-D7D7-5D5A-9B50-FA0C11816189}"/>
              </a:ext>
            </a:extLst>
          </p:cNvPr>
          <p:cNvSpPr txBox="1"/>
          <p:nvPr/>
        </p:nvSpPr>
        <p:spPr>
          <a:xfrm>
            <a:off x="703364" y="5735279"/>
            <a:ext cx="1905451" cy="461665"/>
          </a:xfrm>
          <a:prstGeom prst="rect">
            <a:avLst/>
          </a:prstGeom>
          <a:solidFill>
            <a:srgbClr val="00B0F0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 err="1"/>
              <a:t>Fragen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863608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Optimierung der AF-Verteilung in Künstlichen Neuronalen Netzen mit Evolutionsalgorithmen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439</cp:revision>
  <dcterms:created xsi:type="dcterms:W3CDTF">2012-07-30T21:06:50Z</dcterms:created>
  <dcterms:modified xsi:type="dcterms:W3CDTF">2026-03-23T13:22:27Z</dcterms:modified>
</cp:coreProperties>
</file>