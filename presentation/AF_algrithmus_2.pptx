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EAED8C-CC10-B0F9-423C-678FF4E163E4}" v="3" dt="2026-05-17T14:28:14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7E52AA-0810-4D6F-955A-57E34D1DA63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A8E357E-9779-420E-BEA6-A5794334A151}">
      <dgm:prSet/>
      <dgm:spPr/>
      <dgm:t>
        <a:bodyPr/>
        <a:lstStyle/>
        <a:p>
          <a:pPr rtl="0"/>
          <a:r>
            <a:rPr lang="en-US" err="1">
              <a:ea typeface="+mn-ea"/>
              <a:cs typeface="+mn-cs"/>
            </a:rPr>
            <a:t>Aktivierungsfunktionen</a:t>
          </a:r>
          <a:r>
            <a:rPr lang="en-US">
              <a:ea typeface="+mn-ea"/>
              <a:cs typeface="+mn-cs"/>
            </a:rPr>
            <a:t> </a:t>
          </a:r>
          <a:r>
            <a:rPr lang="en-US" err="1">
              <a:ea typeface="+mn-ea"/>
              <a:cs typeface="+mn-cs"/>
            </a:rPr>
            <a:t>bestimmen</a:t>
          </a:r>
          <a:r>
            <a:rPr lang="en-US">
              <a:ea typeface="+mn-ea"/>
              <a:cs typeface="+mn-cs"/>
            </a:rPr>
            <a:t>, </a:t>
          </a:r>
          <a:r>
            <a:rPr lang="en-US" b="0">
              <a:latin typeface="Neue Haas Grotesk Text Pro"/>
              <a:ea typeface="+mn-ea"/>
              <a:cs typeface="+mn-cs"/>
            </a:rPr>
            <a:t>              </a:t>
          </a:r>
          <a:r>
            <a:rPr lang="en-US" b="1" err="1">
              <a:ea typeface="+mn-ea"/>
              <a:cs typeface="+mn-cs"/>
            </a:rPr>
            <a:t>wie</a:t>
          </a:r>
          <a:r>
            <a:rPr lang="en-US" b="1">
              <a:ea typeface="+mn-ea"/>
              <a:cs typeface="+mn-cs"/>
            </a:rPr>
            <a:t> stark </a:t>
          </a:r>
          <a:r>
            <a:rPr lang="en-US" b="1" err="1">
              <a:ea typeface="+mn-ea"/>
              <a:cs typeface="+mn-cs"/>
            </a:rPr>
            <a:t>ein</a:t>
          </a:r>
          <a:r>
            <a:rPr lang="en-US" b="1">
              <a:ea typeface="+mn-ea"/>
              <a:cs typeface="+mn-cs"/>
            </a:rPr>
            <a:t> Neuron „</a:t>
          </a:r>
          <a:r>
            <a:rPr lang="en-US" b="1" err="1">
              <a:ea typeface="+mn-ea"/>
              <a:cs typeface="+mn-cs"/>
            </a:rPr>
            <a:t>feuert</a:t>
          </a:r>
          <a:r>
            <a:rPr lang="en-US" b="1">
              <a:ea typeface="+mn-ea"/>
              <a:cs typeface="+mn-cs"/>
            </a:rPr>
            <a:t>“</a:t>
          </a:r>
          <a:r>
            <a:rPr lang="en-US">
              <a:ea typeface="+mn-ea"/>
              <a:cs typeface="+mn-cs"/>
            </a:rPr>
            <a:t> </a:t>
          </a:r>
        </a:p>
      </dgm:t>
    </dgm:pt>
    <dgm:pt modelId="{F3FA81AB-9918-47FD-9B90-FC65FC429E87}" type="parTrans" cxnId="{771E3D85-539E-4F79-81E3-F85E7EE7575E}">
      <dgm:prSet/>
      <dgm:spPr/>
      <dgm:t>
        <a:bodyPr/>
        <a:lstStyle/>
        <a:p>
          <a:endParaRPr lang="en-US"/>
        </a:p>
      </dgm:t>
    </dgm:pt>
    <dgm:pt modelId="{7218EC40-4792-42F4-BA5D-953604E80F8E}" type="sibTrans" cxnId="{771E3D85-539E-4F79-81E3-F85E7EE7575E}">
      <dgm:prSet/>
      <dgm:spPr/>
      <dgm:t>
        <a:bodyPr/>
        <a:lstStyle/>
        <a:p>
          <a:endParaRPr lang="en-US"/>
        </a:p>
      </dgm:t>
    </dgm:pt>
    <dgm:pt modelId="{2380F7B4-C8C4-4D7B-B88D-35BC04EE660B}">
      <dgm:prSet/>
      <dgm:spPr/>
      <dgm:t>
        <a:bodyPr/>
        <a:lstStyle/>
        <a:p>
          <a:r>
            <a:rPr lang="en-US">
              <a:ea typeface="+mn-ea"/>
              <a:cs typeface="+mn-cs"/>
            </a:rPr>
            <a:t>Sie </a:t>
          </a:r>
          <a:r>
            <a:rPr lang="en-US" err="1">
              <a:ea typeface="+mn-ea"/>
              <a:cs typeface="+mn-cs"/>
            </a:rPr>
            <a:t>machen</a:t>
          </a:r>
          <a:r>
            <a:rPr lang="en-US">
              <a:ea typeface="+mn-ea"/>
              <a:cs typeface="+mn-cs"/>
            </a:rPr>
            <a:t> </a:t>
          </a:r>
          <a:r>
            <a:rPr lang="en-US" err="1">
              <a:ea typeface="+mn-ea"/>
              <a:cs typeface="+mn-cs"/>
            </a:rPr>
            <a:t>neuronale</a:t>
          </a:r>
          <a:r>
            <a:rPr lang="en-US">
              <a:ea typeface="+mn-ea"/>
              <a:cs typeface="+mn-cs"/>
            </a:rPr>
            <a:t> </a:t>
          </a:r>
          <a:r>
            <a:rPr lang="en-US" err="1">
              <a:ea typeface="+mn-ea"/>
              <a:cs typeface="+mn-cs"/>
            </a:rPr>
            <a:t>Netze</a:t>
          </a:r>
          <a:r>
            <a:rPr lang="en-US">
              <a:ea typeface="+mn-ea"/>
              <a:cs typeface="+mn-cs"/>
            </a:rPr>
            <a:t> </a:t>
          </a:r>
          <a:r>
            <a:rPr lang="en-US" b="1">
              <a:ea typeface="+mn-ea"/>
              <a:cs typeface="+mn-cs"/>
            </a:rPr>
            <a:t>nicht-linear</a:t>
          </a:r>
          <a:r>
            <a:rPr lang="en-US">
              <a:ea typeface="+mn-ea"/>
              <a:cs typeface="+mn-cs"/>
            </a:rPr>
            <a:t> </a:t>
          </a:r>
        </a:p>
      </dgm:t>
    </dgm:pt>
    <dgm:pt modelId="{45539A10-02E6-480C-8688-4BA4252976A1}" type="parTrans" cxnId="{6A67885B-FA47-4CD6-AED2-AC2CF88FADB4}">
      <dgm:prSet/>
      <dgm:spPr/>
      <dgm:t>
        <a:bodyPr/>
        <a:lstStyle/>
        <a:p>
          <a:endParaRPr lang="en-US"/>
        </a:p>
      </dgm:t>
    </dgm:pt>
    <dgm:pt modelId="{2F1A3306-A2F3-41AA-8363-8B38FD9F26BD}" type="sibTrans" cxnId="{6A67885B-FA47-4CD6-AED2-AC2CF88FADB4}">
      <dgm:prSet/>
      <dgm:spPr/>
      <dgm:t>
        <a:bodyPr/>
        <a:lstStyle/>
        <a:p>
          <a:endParaRPr lang="en-US"/>
        </a:p>
      </dgm:t>
    </dgm:pt>
    <dgm:pt modelId="{9AA4CFC1-4727-4288-9DC0-FF052752DCD9}">
      <dgm:prSet/>
      <dgm:spPr/>
      <dgm:t>
        <a:bodyPr/>
        <a:lstStyle/>
        <a:p>
          <a:r>
            <a:rPr lang="en-US" err="1">
              <a:ea typeface="+mn-ea"/>
              <a:cs typeface="+mn-cs"/>
            </a:rPr>
            <a:t>Ohne</a:t>
          </a:r>
          <a:r>
            <a:rPr lang="en-US">
              <a:ea typeface="+mn-ea"/>
              <a:cs typeface="+mn-cs"/>
            </a:rPr>
            <a:t> </a:t>
          </a:r>
          <a:r>
            <a:rPr lang="en-US" err="1">
              <a:ea typeface="+mn-ea"/>
              <a:cs typeface="+mn-cs"/>
            </a:rPr>
            <a:t>sie</a:t>
          </a:r>
          <a:r>
            <a:rPr lang="en-US">
              <a:ea typeface="+mn-ea"/>
              <a:cs typeface="+mn-cs"/>
            </a:rPr>
            <a:t> </a:t>
          </a:r>
          <a:r>
            <a:rPr lang="en-US" err="1">
              <a:ea typeface="+mn-ea"/>
              <a:cs typeface="+mn-cs"/>
            </a:rPr>
            <a:t>wäre</a:t>
          </a:r>
          <a:r>
            <a:rPr lang="en-US">
              <a:ea typeface="+mn-ea"/>
              <a:cs typeface="+mn-cs"/>
            </a:rPr>
            <a:t> </a:t>
          </a:r>
          <a:r>
            <a:rPr lang="en-US" err="1">
              <a:ea typeface="+mn-ea"/>
              <a:cs typeface="+mn-cs"/>
            </a:rPr>
            <a:t>ein</a:t>
          </a:r>
          <a:r>
            <a:rPr lang="en-US">
              <a:ea typeface="+mn-ea"/>
              <a:cs typeface="+mn-cs"/>
            </a:rPr>
            <a:t> </a:t>
          </a:r>
          <a:r>
            <a:rPr lang="en-US" err="1">
              <a:ea typeface="+mn-ea"/>
              <a:cs typeface="+mn-cs"/>
            </a:rPr>
            <a:t>Netzwerk</a:t>
          </a:r>
          <a:r>
            <a:rPr lang="en-US">
              <a:ea typeface="+mn-ea"/>
              <a:cs typeface="+mn-cs"/>
            </a:rPr>
            <a:t> </a:t>
          </a:r>
          <a:r>
            <a:rPr lang="en-US" err="1">
              <a:ea typeface="+mn-ea"/>
              <a:cs typeface="+mn-cs"/>
            </a:rPr>
            <a:t>nur</a:t>
          </a:r>
          <a:r>
            <a:rPr lang="en-US">
              <a:ea typeface="+mn-ea"/>
              <a:cs typeface="+mn-cs"/>
            </a:rPr>
            <a:t> </a:t>
          </a:r>
          <a:r>
            <a:rPr lang="en-US" err="1">
              <a:ea typeface="+mn-ea"/>
              <a:cs typeface="+mn-cs"/>
            </a:rPr>
            <a:t>eine</a:t>
          </a:r>
          <a:r>
            <a:rPr lang="en-US">
              <a:ea typeface="+mn-ea"/>
              <a:cs typeface="+mn-cs"/>
            </a:rPr>
            <a:t> </a:t>
          </a:r>
          <a:r>
            <a:rPr lang="en-US" err="1">
              <a:ea typeface="+mn-ea"/>
              <a:cs typeface="+mn-cs"/>
            </a:rPr>
            <a:t>lineare</a:t>
          </a:r>
          <a:r>
            <a:rPr lang="en-US">
              <a:ea typeface="+mn-ea"/>
              <a:cs typeface="+mn-cs"/>
            </a:rPr>
            <a:t> </a:t>
          </a:r>
          <a:r>
            <a:rPr lang="en-US" err="1">
              <a:ea typeface="+mn-ea"/>
              <a:cs typeface="+mn-cs"/>
            </a:rPr>
            <a:t>Funktion</a:t>
          </a:r>
          <a:r>
            <a:rPr lang="en-US">
              <a:ea typeface="+mn-ea"/>
              <a:cs typeface="+mn-cs"/>
            </a:rPr>
            <a:t> </a:t>
          </a:r>
        </a:p>
      </dgm:t>
    </dgm:pt>
    <dgm:pt modelId="{315C0263-644B-4D26-98AF-BAFA47FCA693}" type="parTrans" cxnId="{B17F6BCA-8A7B-40A1-BEFB-53D76F5B8120}">
      <dgm:prSet/>
      <dgm:spPr/>
      <dgm:t>
        <a:bodyPr/>
        <a:lstStyle/>
        <a:p>
          <a:endParaRPr lang="en-US"/>
        </a:p>
      </dgm:t>
    </dgm:pt>
    <dgm:pt modelId="{9664D602-2036-41E7-9506-54CC1D2F58C7}" type="sibTrans" cxnId="{B17F6BCA-8A7B-40A1-BEFB-53D76F5B8120}">
      <dgm:prSet/>
      <dgm:spPr/>
      <dgm:t>
        <a:bodyPr/>
        <a:lstStyle/>
        <a:p>
          <a:endParaRPr lang="en-US"/>
        </a:p>
      </dgm:t>
    </dgm:pt>
    <dgm:pt modelId="{53D899A8-9EB3-4D1D-84EC-1ABC42304C18}">
      <dgm:prSet/>
      <dgm:spPr/>
      <dgm:t>
        <a:bodyPr/>
        <a:lstStyle/>
        <a:p>
          <a:pPr rtl="0"/>
          <a:r>
            <a:rPr lang="en-US" err="1">
              <a:ea typeface="+mn-ea"/>
              <a:cs typeface="+mn-cs"/>
            </a:rPr>
            <a:t>Wichtig</a:t>
          </a:r>
          <a:r>
            <a:rPr lang="en-US">
              <a:latin typeface="Neue Haas Grotesk Text Pro"/>
              <a:ea typeface="+mn-ea"/>
              <a:cs typeface="+mn-cs"/>
            </a:rPr>
            <a:t>:</a:t>
          </a:r>
          <a:r>
            <a:rPr lang="en-US">
              <a:ea typeface="+mn-ea"/>
              <a:cs typeface="+mn-cs"/>
            </a:rPr>
            <a:t> </a:t>
          </a:r>
          <a:r>
            <a:rPr lang="en-US">
              <a:latin typeface="Neue Haas Grotesk Text Pro"/>
              <a:ea typeface="+mn-ea"/>
              <a:cs typeface="+mn-cs"/>
            </a:rPr>
            <a:t>          </a:t>
          </a:r>
          <a:r>
            <a:rPr lang="en-US">
              <a:latin typeface="Neue Haas Grotesk Text Pro"/>
              <a:ea typeface="Calibri"/>
              <a:cs typeface="Calibri"/>
            </a:rPr>
            <a:t>                                                          </a:t>
          </a:r>
          <a:r>
            <a:rPr lang="en-US">
              <a:latin typeface="Calibri"/>
              <a:ea typeface="Calibri"/>
              <a:cs typeface="Calibri"/>
            </a:rPr>
            <a:t>Sie </a:t>
          </a:r>
          <a:r>
            <a:rPr lang="en-US" err="1">
              <a:latin typeface="Calibri"/>
              <a:ea typeface="Calibri"/>
              <a:cs typeface="Calibri"/>
            </a:rPr>
            <a:t>sind</a:t>
          </a:r>
          <a:r>
            <a:rPr lang="en-US">
              <a:latin typeface="Calibri"/>
              <a:ea typeface="Calibri"/>
              <a:cs typeface="Calibri"/>
            </a:rPr>
            <a:t> </a:t>
          </a:r>
          <a:r>
            <a:rPr lang="en-US" err="1">
              <a:ea typeface="+mn-ea"/>
              <a:cs typeface="+mn-cs"/>
            </a:rPr>
            <a:t>entscheidend</a:t>
          </a:r>
          <a:r>
            <a:rPr lang="en-US">
              <a:ea typeface="+mn-ea"/>
              <a:cs typeface="+mn-cs"/>
            </a:rPr>
            <a:t> für </a:t>
          </a:r>
          <a:r>
            <a:rPr lang="en-US" b="1" err="1">
              <a:ea typeface="+mn-ea"/>
              <a:cs typeface="+mn-cs"/>
            </a:rPr>
            <a:t>Lernen</a:t>
          </a:r>
          <a:r>
            <a:rPr lang="en-US" b="1">
              <a:ea typeface="+mn-ea"/>
              <a:cs typeface="+mn-cs"/>
            </a:rPr>
            <a:t> &amp; </a:t>
          </a:r>
          <a:r>
            <a:rPr lang="en-US" b="1" err="1">
              <a:ea typeface="+mn-ea"/>
              <a:cs typeface="+mn-cs"/>
            </a:rPr>
            <a:t>Leistung</a:t>
          </a:r>
          <a:endParaRPr lang="en-US" err="1">
            <a:ea typeface="+mn-ea"/>
            <a:cs typeface="+mn-cs"/>
          </a:endParaRPr>
        </a:p>
      </dgm:t>
    </dgm:pt>
    <dgm:pt modelId="{70A9FA6C-F5D6-4046-9EE9-F9984B7585AE}" type="parTrans" cxnId="{871DEE52-C18F-4E38-A4C9-CC7270D853CA}">
      <dgm:prSet/>
      <dgm:spPr/>
      <dgm:t>
        <a:bodyPr/>
        <a:lstStyle/>
        <a:p>
          <a:endParaRPr lang="en-US"/>
        </a:p>
      </dgm:t>
    </dgm:pt>
    <dgm:pt modelId="{71C778B5-4527-4510-99B9-196DD35A26FB}" type="sibTrans" cxnId="{871DEE52-C18F-4E38-A4C9-CC7270D853CA}">
      <dgm:prSet/>
      <dgm:spPr/>
      <dgm:t>
        <a:bodyPr/>
        <a:lstStyle/>
        <a:p>
          <a:endParaRPr lang="en-US"/>
        </a:p>
      </dgm:t>
    </dgm:pt>
    <dgm:pt modelId="{6E166C29-0A46-4345-A4A4-6ACC09C627E5}" type="pres">
      <dgm:prSet presAssocID="{E17E52AA-0810-4D6F-955A-57E34D1DA63A}" presName="linear" presStyleCnt="0">
        <dgm:presLayoutVars>
          <dgm:animLvl val="lvl"/>
          <dgm:resizeHandles val="exact"/>
        </dgm:presLayoutVars>
      </dgm:prSet>
      <dgm:spPr/>
    </dgm:pt>
    <dgm:pt modelId="{DA80C43F-DE13-4109-8877-0484BD972158}" type="pres">
      <dgm:prSet presAssocID="{4A8E357E-9779-420E-BEA6-A5794334A15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8CDB50-6B10-415C-A2A8-7B9F030BFCD6}" type="pres">
      <dgm:prSet presAssocID="{7218EC40-4792-42F4-BA5D-953604E80F8E}" presName="spacer" presStyleCnt="0"/>
      <dgm:spPr/>
    </dgm:pt>
    <dgm:pt modelId="{798B891A-76B2-4400-B24F-AE3CF56D540F}" type="pres">
      <dgm:prSet presAssocID="{2380F7B4-C8C4-4D7B-B88D-35BC04EE660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181229A-F6F6-4716-91A6-FED03A146B82}" type="pres">
      <dgm:prSet presAssocID="{2F1A3306-A2F3-41AA-8363-8B38FD9F26BD}" presName="spacer" presStyleCnt="0"/>
      <dgm:spPr/>
    </dgm:pt>
    <dgm:pt modelId="{2FD16C5B-5651-42B1-B932-15C329897938}" type="pres">
      <dgm:prSet presAssocID="{9AA4CFC1-4727-4288-9DC0-FF052752DCD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28D85DA-6EA9-4D69-AACD-EA56ABE82DE0}" type="pres">
      <dgm:prSet presAssocID="{9664D602-2036-41E7-9506-54CC1D2F58C7}" presName="spacer" presStyleCnt="0"/>
      <dgm:spPr/>
    </dgm:pt>
    <dgm:pt modelId="{067B1DCE-0BDA-4EA9-9EEC-5C9548C30BDD}" type="pres">
      <dgm:prSet presAssocID="{53D899A8-9EB3-4D1D-84EC-1ABC42304C1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531370E-9D42-4460-8C10-DD36F1A45F3D}" type="presOf" srcId="{9AA4CFC1-4727-4288-9DC0-FF052752DCD9}" destId="{2FD16C5B-5651-42B1-B932-15C329897938}" srcOrd="0" destOrd="0" presId="urn:microsoft.com/office/officeart/2005/8/layout/vList2"/>
    <dgm:cxn modelId="{549B693A-A0CE-452E-A21A-4E9D70521925}" type="presOf" srcId="{53D899A8-9EB3-4D1D-84EC-1ABC42304C18}" destId="{067B1DCE-0BDA-4EA9-9EEC-5C9548C30BDD}" srcOrd="0" destOrd="0" presId="urn:microsoft.com/office/officeart/2005/8/layout/vList2"/>
    <dgm:cxn modelId="{3602235B-07AF-4FBB-BC51-50F4498EEF78}" type="presOf" srcId="{2380F7B4-C8C4-4D7B-B88D-35BC04EE660B}" destId="{798B891A-76B2-4400-B24F-AE3CF56D540F}" srcOrd="0" destOrd="0" presId="urn:microsoft.com/office/officeart/2005/8/layout/vList2"/>
    <dgm:cxn modelId="{6A67885B-FA47-4CD6-AED2-AC2CF88FADB4}" srcId="{E17E52AA-0810-4D6F-955A-57E34D1DA63A}" destId="{2380F7B4-C8C4-4D7B-B88D-35BC04EE660B}" srcOrd="1" destOrd="0" parTransId="{45539A10-02E6-480C-8688-4BA4252976A1}" sibTransId="{2F1A3306-A2F3-41AA-8363-8B38FD9F26BD}"/>
    <dgm:cxn modelId="{871DEE52-C18F-4E38-A4C9-CC7270D853CA}" srcId="{E17E52AA-0810-4D6F-955A-57E34D1DA63A}" destId="{53D899A8-9EB3-4D1D-84EC-1ABC42304C18}" srcOrd="3" destOrd="0" parTransId="{70A9FA6C-F5D6-4046-9EE9-F9984B7585AE}" sibTransId="{71C778B5-4527-4510-99B9-196DD35A26FB}"/>
    <dgm:cxn modelId="{771E3D85-539E-4F79-81E3-F85E7EE7575E}" srcId="{E17E52AA-0810-4D6F-955A-57E34D1DA63A}" destId="{4A8E357E-9779-420E-BEA6-A5794334A151}" srcOrd="0" destOrd="0" parTransId="{F3FA81AB-9918-47FD-9B90-FC65FC429E87}" sibTransId="{7218EC40-4792-42F4-BA5D-953604E80F8E}"/>
    <dgm:cxn modelId="{B17F6BCA-8A7B-40A1-BEFB-53D76F5B8120}" srcId="{E17E52AA-0810-4D6F-955A-57E34D1DA63A}" destId="{9AA4CFC1-4727-4288-9DC0-FF052752DCD9}" srcOrd="2" destOrd="0" parTransId="{315C0263-644B-4D26-98AF-BAFA47FCA693}" sibTransId="{9664D602-2036-41E7-9506-54CC1D2F58C7}"/>
    <dgm:cxn modelId="{1F85E0D9-3553-4151-BE13-120D1DD9E891}" type="presOf" srcId="{E17E52AA-0810-4D6F-955A-57E34D1DA63A}" destId="{6E166C29-0A46-4345-A4A4-6ACC09C627E5}" srcOrd="0" destOrd="0" presId="urn:microsoft.com/office/officeart/2005/8/layout/vList2"/>
    <dgm:cxn modelId="{6B8747E9-1C8D-4C91-B59B-F8FEEA1D3E72}" type="presOf" srcId="{4A8E357E-9779-420E-BEA6-A5794334A151}" destId="{DA80C43F-DE13-4109-8877-0484BD972158}" srcOrd="0" destOrd="0" presId="urn:microsoft.com/office/officeart/2005/8/layout/vList2"/>
    <dgm:cxn modelId="{D702933F-8327-4A85-AD45-5FECAAA1821A}" type="presParOf" srcId="{6E166C29-0A46-4345-A4A4-6ACC09C627E5}" destId="{DA80C43F-DE13-4109-8877-0484BD972158}" srcOrd="0" destOrd="0" presId="urn:microsoft.com/office/officeart/2005/8/layout/vList2"/>
    <dgm:cxn modelId="{93C4446C-E533-450D-B7F7-214134F2B6A9}" type="presParOf" srcId="{6E166C29-0A46-4345-A4A4-6ACC09C627E5}" destId="{B58CDB50-6B10-415C-A2A8-7B9F030BFCD6}" srcOrd="1" destOrd="0" presId="urn:microsoft.com/office/officeart/2005/8/layout/vList2"/>
    <dgm:cxn modelId="{2CBBE2B9-5A5E-4BCA-B2E6-FE5B8242F7F3}" type="presParOf" srcId="{6E166C29-0A46-4345-A4A4-6ACC09C627E5}" destId="{798B891A-76B2-4400-B24F-AE3CF56D540F}" srcOrd="2" destOrd="0" presId="urn:microsoft.com/office/officeart/2005/8/layout/vList2"/>
    <dgm:cxn modelId="{FB646FC4-773E-489F-A896-AEB97E9597FF}" type="presParOf" srcId="{6E166C29-0A46-4345-A4A4-6ACC09C627E5}" destId="{B181229A-F6F6-4716-91A6-FED03A146B82}" srcOrd="3" destOrd="0" presId="urn:microsoft.com/office/officeart/2005/8/layout/vList2"/>
    <dgm:cxn modelId="{810CD109-736C-4C5B-A0A5-F97280A47870}" type="presParOf" srcId="{6E166C29-0A46-4345-A4A4-6ACC09C627E5}" destId="{2FD16C5B-5651-42B1-B932-15C329897938}" srcOrd="4" destOrd="0" presId="urn:microsoft.com/office/officeart/2005/8/layout/vList2"/>
    <dgm:cxn modelId="{3BC763EE-68B9-4D34-A018-73948432A91F}" type="presParOf" srcId="{6E166C29-0A46-4345-A4A4-6ACC09C627E5}" destId="{728D85DA-6EA9-4D69-AACD-EA56ABE82DE0}" srcOrd="5" destOrd="0" presId="urn:microsoft.com/office/officeart/2005/8/layout/vList2"/>
    <dgm:cxn modelId="{FCD6E54B-41A7-4A46-99A8-6B7261B5BD30}" type="presParOf" srcId="{6E166C29-0A46-4345-A4A4-6ACC09C627E5}" destId="{067B1DCE-0BDA-4EA9-9EEC-5C9548C30BD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67D360-FBBE-4962-8B1A-8F3CC6900CB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04433BF-CBDA-44B1-99D7-FE0E3F7182CD}">
      <dgm:prSet/>
      <dgm:spPr/>
      <dgm:t>
        <a:bodyPr/>
        <a:lstStyle/>
        <a:p>
          <a:pPr rtl="0"/>
          <a:r>
            <a:rPr lang="en-US" dirty="0">
              <a:latin typeface="Neue Haas Grotesk Text Pro"/>
              <a:ea typeface="+mn-ea"/>
              <a:cs typeface="+mn-cs"/>
            </a:rPr>
            <a:t>Sigmoid :                                          </a:t>
          </a:r>
          <a:r>
            <a:rPr lang="en-US" dirty="0" err="1">
              <a:latin typeface="Neue Haas Grotesk Text Pro"/>
              <a:ea typeface="+mn-ea"/>
              <a:cs typeface="+mn-cs"/>
            </a:rPr>
            <a:t>Ausgabe</a:t>
          </a:r>
          <a:r>
            <a:rPr lang="en-US" dirty="0">
              <a:ea typeface="+mn-ea"/>
              <a:cs typeface="+mn-cs"/>
            </a:rPr>
            <a:t> </a:t>
          </a:r>
          <a:r>
            <a:rPr lang="en-US" dirty="0" err="1">
              <a:ea typeface="+mn-ea"/>
              <a:cs typeface="+mn-cs"/>
            </a:rPr>
            <a:t>zwischen</a:t>
          </a:r>
          <a:r>
            <a:rPr lang="en-US" dirty="0">
              <a:ea typeface="+mn-ea"/>
              <a:cs typeface="+mn-cs"/>
            </a:rPr>
            <a:t> </a:t>
          </a:r>
          <a:r>
            <a:rPr lang="en-US" dirty="0">
              <a:latin typeface="Neue Haas Grotesk Text Pro"/>
              <a:ea typeface="+mn-ea"/>
              <a:cs typeface="+mn-cs"/>
            </a:rPr>
            <a:t>0und1</a:t>
          </a:r>
          <a:r>
            <a:rPr lang="en-US" dirty="0">
              <a:ea typeface="+mn-ea"/>
              <a:cs typeface="+mn-cs"/>
            </a:rPr>
            <a:t> Problem: </a:t>
          </a:r>
          <a:r>
            <a:rPr lang="en-US" b="0" dirty="0">
              <a:latin typeface="Neue Haas Grotesk Text Pro"/>
              <a:ea typeface="+mn-ea"/>
              <a:cs typeface="+mn-cs"/>
            </a:rPr>
            <a:t>                              </a:t>
          </a:r>
          <a:r>
            <a:rPr lang="en-US" b="1" dirty="0" err="1">
              <a:ea typeface="+mn-ea"/>
              <a:cs typeface="+mn-cs"/>
            </a:rPr>
            <a:t>Sättigung</a:t>
          </a:r>
          <a:r>
            <a:rPr lang="en-US" b="1" dirty="0">
              <a:ea typeface="+mn-ea"/>
              <a:cs typeface="+mn-cs"/>
            </a:rPr>
            <a:t> → </a:t>
          </a:r>
          <a:r>
            <a:rPr lang="en-US" b="1" dirty="0" err="1">
              <a:ea typeface="+mn-ea"/>
              <a:cs typeface="+mn-cs"/>
            </a:rPr>
            <a:t>langsames</a:t>
          </a:r>
          <a:r>
            <a:rPr lang="en-US" b="1" dirty="0">
              <a:ea typeface="+mn-ea"/>
              <a:cs typeface="+mn-cs"/>
            </a:rPr>
            <a:t> </a:t>
          </a:r>
          <a:r>
            <a:rPr lang="en-US" b="1" dirty="0" err="1">
              <a:ea typeface="+mn-ea"/>
              <a:cs typeface="+mn-cs"/>
            </a:rPr>
            <a:t>Lernen</a:t>
          </a:r>
          <a:r>
            <a:rPr lang="en-US" b="0" dirty="0">
              <a:ea typeface="+mn-ea"/>
              <a:cs typeface="+mn-cs"/>
            </a:rPr>
            <a:t> </a:t>
          </a:r>
          <a:r>
            <a:rPr lang="en-US" dirty="0">
              <a:latin typeface="Neue Haas Grotesk Text Pro"/>
              <a:ea typeface="+mn-ea"/>
              <a:cs typeface="+mn-cs"/>
            </a:rPr>
            <a:t>                         </a:t>
          </a:r>
          <a:r>
            <a:rPr lang="en-US" dirty="0">
              <a:ea typeface="+mn-ea"/>
              <a:cs typeface="+mn-cs"/>
            </a:rPr>
            <a:t>Formel:</a:t>
          </a:r>
          <a:r>
            <a:rPr lang="en-US" dirty="0">
              <a:latin typeface="Neue Haas Grotesk Text Pro"/>
              <a:ea typeface="+mn-ea"/>
              <a:cs typeface="+mn-cs"/>
            </a:rPr>
            <a:t> </a:t>
          </a:r>
          <a:r>
            <a:rPr lang="en-US" dirty="0">
              <a:ea typeface="+mn-ea"/>
              <a:cs typeface="+mn-cs"/>
            </a:rPr>
            <a:t>σ(x)</a:t>
          </a:r>
          <a:r>
            <a:rPr lang="en-US" b="0" dirty="0">
              <a:latin typeface="Neue Haas Grotesk Text Pro"/>
              <a:ea typeface="+mn-ea"/>
              <a:cs typeface="+mn-cs"/>
            </a:rPr>
            <a:t>   </a:t>
          </a:r>
        </a:p>
      </dgm:t>
    </dgm:pt>
    <dgm:pt modelId="{DF0EA6A0-3B76-40F3-B0B9-04F354E32D7A}" type="parTrans" cxnId="{26B582D6-843E-4252-8552-2201E3045E01}">
      <dgm:prSet/>
      <dgm:spPr/>
      <dgm:t>
        <a:bodyPr/>
        <a:lstStyle/>
        <a:p>
          <a:endParaRPr lang="en-US"/>
        </a:p>
      </dgm:t>
    </dgm:pt>
    <dgm:pt modelId="{7187B105-5206-421C-912F-9E1100652613}" type="sibTrans" cxnId="{26B582D6-843E-4252-8552-2201E3045E01}">
      <dgm:prSet/>
      <dgm:spPr/>
      <dgm:t>
        <a:bodyPr/>
        <a:lstStyle/>
        <a:p>
          <a:endParaRPr lang="en-US"/>
        </a:p>
      </dgm:t>
    </dgm:pt>
    <dgm:pt modelId="{75D733E1-2EF8-4DC3-A53E-ABF23C16056A}">
      <dgm:prSet/>
      <dgm:spPr/>
      <dgm:t>
        <a:bodyPr/>
        <a:lstStyle/>
        <a:p>
          <a:pPr rtl="0"/>
          <a:r>
            <a:rPr lang="en-US" dirty="0">
              <a:latin typeface="Neue Haas Grotesk Text Pro"/>
              <a:ea typeface="+mn-ea"/>
              <a:cs typeface="+mn-cs"/>
            </a:rPr>
            <a:t>Tanh :                                    </a:t>
          </a:r>
          <a:r>
            <a:rPr lang="en-US" dirty="0" err="1">
              <a:latin typeface="Neue Haas Grotesk Text Pro"/>
              <a:ea typeface="+mn-ea"/>
              <a:cs typeface="+mn-cs"/>
            </a:rPr>
            <a:t>Ausgabe</a:t>
          </a:r>
          <a:r>
            <a:rPr lang="en-US" dirty="0">
              <a:ea typeface="+mn-ea"/>
              <a:cs typeface="+mn-cs"/>
            </a:rPr>
            <a:t> </a:t>
          </a:r>
          <a:r>
            <a:rPr lang="en-US" dirty="0" err="1">
              <a:ea typeface="+mn-ea"/>
              <a:cs typeface="+mn-cs"/>
            </a:rPr>
            <a:t>zwischen</a:t>
          </a:r>
          <a:r>
            <a:rPr lang="en-US" dirty="0">
              <a:ea typeface="+mn-ea"/>
              <a:cs typeface="+mn-cs"/>
            </a:rPr>
            <a:t> </a:t>
          </a:r>
          <a:br>
            <a:rPr lang="en-US" dirty="0">
              <a:latin typeface="Neue Haas Grotesk Text Pro"/>
              <a:ea typeface="+mn-ea"/>
              <a:cs typeface="+mn-cs"/>
            </a:rPr>
          </a:br>
          <a:r>
            <a:rPr lang="en-US" dirty="0">
              <a:ea typeface="+mn-ea"/>
              <a:cs typeface="+mn-cs"/>
            </a:rPr>
            <a:t>-</a:t>
          </a:r>
          <a:r>
            <a:rPr lang="en-US" dirty="0">
              <a:latin typeface="Neue Haas Grotesk Text Pro"/>
              <a:ea typeface="+mn-ea"/>
              <a:cs typeface="+mn-cs"/>
            </a:rPr>
            <a:t>1und1</a:t>
          </a:r>
          <a:r>
            <a:rPr lang="en-US" dirty="0">
              <a:ea typeface="+mn-ea"/>
              <a:cs typeface="+mn-cs"/>
            </a:rPr>
            <a:t> Besser </a:t>
          </a:r>
          <a:r>
            <a:rPr lang="en-US" dirty="0" err="1">
              <a:ea typeface="+mn-ea"/>
              <a:cs typeface="+mn-cs"/>
            </a:rPr>
            <a:t>als</a:t>
          </a:r>
          <a:r>
            <a:rPr lang="en-US" dirty="0">
              <a:ea typeface="+mn-ea"/>
              <a:cs typeface="+mn-cs"/>
            </a:rPr>
            <a:t> Sigmoid, </a:t>
          </a:r>
          <a:r>
            <a:rPr lang="en-US" dirty="0">
              <a:latin typeface="Neue Haas Grotesk Text Pro"/>
              <a:ea typeface="+mn-ea"/>
              <a:cs typeface="+mn-cs"/>
            </a:rPr>
            <a:t>                       </a:t>
          </a:r>
          <a:r>
            <a:rPr lang="en-US" dirty="0" err="1">
              <a:ea typeface="+mn-ea"/>
              <a:cs typeface="+mn-cs"/>
            </a:rPr>
            <a:t>aber</a:t>
          </a:r>
          <a:r>
            <a:rPr lang="en-US" dirty="0">
              <a:ea typeface="+mn-ea"/>
              <a:cs typeface="+mn-cs"/>
            </a:rPr>
            <a:t> </a:t>
          </a:r>
          <a:r>
            <a:rPr lang="en-US" dirty="0" err="1">
              <a:ea typeface="+mn-ea"/>
              <a:cs typeface="+mn-cs"/>
            </a:rPr>
            <a:t>auch</a:t>
          </a:r>
          <a:r>
            <a:rPr lang="en-US" dirty="0">
              <a:ea typeface="+mn-ea"/>
              <a:cs typeface="+mn-cs"/>
            </a:rPr>
            <a:t> </a:t>
          </a:r>
          <a:r>
            <a:rPr lang="en-US" dirty="0" err="1">
              <a:ea typeface="+mn-ea"/>
              <a:cs typeface="+mn-cs"/>
            </a:rPr>
            <a:t>Sättigung</a:t>
          </a:r>
          <a:endParaRPr lang="en-US" dirty="0">
            <a:ea typeface="+mn-ea"/>
            <a:cs typeface="+mn-cs"/>
          </a:endParaRPr>
        </a:p>
      </dgm:t>
    </dgm:pt>
    <dgm:pt modelId="{70EC3511-1BC1-4AB4-9337-23A9D887A85C}" type="parTrans" cxnId="{1031DE64-416E-4F29-AB7B-3965EC4B4F1B}">
      <dgm:prSet/>
      <dgm:spPr/>
      <dgm:t>
        <a:bodyPr/>
        <a:lstStyle/>
        <a:p>
          <a:endParaRPr lang="en-US"/>
        </a:p>
      </dgm:t>
    </dgm:pt>
    <dgm:pt modelId="{1B3AD31F-5E6A-4543-B6ED-BFC71EDC6E7E}" type="sibTrans" cxnId="{1031DE64-416E-4F29-AB7B-3965EC4B4F1B}">
      <dgm:prSet/>
      <dgm:spPr/>
      <dgm:t>
        <a:bodyPr/>
        <a:lstStyle/>
        <a:p>
          <a:endParaRPr lang="en-US"/>
        </a:p>
      </dgm:t>
    </dgm:pt>
    <dgm:pt modelId="{411F49BF-2496-4AB7-A07C-DBDAEA18D3EF}">
      <dgm:prSet phldrT="[Text]" phldr="0"/>
      <dgm:spPr/>
      <dgm:t>
        <a:bodyPr/>
        <a:lstStyle/>
        <a:p>
          <a:pPr rtl="0"/>
          <a:r>
            <a:rPr lang="en-US" dirty="0">
              <a:ea typeface="+mn-ea"/>
              <a:cs typeface="+mn-cs"/>
            </a:rPr>
            <a:t>Step Function (</a:t>
          </a:r>
          <a:r>
            <a:rPr lang="en-US" dirty="0" err="1">
              <a:ea typeface="+mn-ea"/>
              <a:cs typeface="+mn-cs"/>
            </a:rPr>
            <a:t>historisch</a:t>
          </a:r>
          <a:r>
            <a:rPr lang="en-US" dirty="0">
              <a:ea typeface="+mn-ea"/>
              <a:cs typeface="+mn-cs"/>
            </a:rPr>
            <a:t>)</a:t>
          </a:r>
          <a:r>
            <a:rPr lang="en-US" dirty="0">
              <a:latin typeface="Neue Haas Grotesk Text Pro"/>
              <a:ea typeface="+mn-ea"/>
              <a:cs typeface="+mn-cs"/>
            </a:rPr>
            <a:t> :                 </a:t>
          </a:r>
          <a:r>
            <a:rPr lang="en-US" dirty="0">
              <a:ea typeface="+mn-ea"/>
              <a:cs typeface="+mn-cs"/>
            </a:rPr>
            <a:t>Nur </a:t>
          </a:r>
          <a:r>
            <a:rPr lang="en-US" dirty="0">
              <a:latin typeface="Neue Haas Grotesk Text Pro"/>
              <a:ea typeface="+mn-ea"/>
              <a:cs typeface="+mn-cs"/>
            </a:rPr>
            <a:t>0oder1</a:t>
          </a:r>
          <a:r>
            <a:rPr lang="en-US" dirty="0">
              <a:ea typeface="+mn-ea"/>
              <a:cs typeface="+mn-cs"/>
            </a:rPr>
            <a:t> Heute </a:t>
          </a:r>
          <a:r>
            <a:rPr lang="en-US" dirty="0" err="1">
              <a:ea typeface="+mn-ea"/>
              <a:cs typeface="+mn-cs"/>
            </a:rPr>
            <a:t>kaum</a:t>
          </a:r>
          <a:r>
            <a:rPr lang="en-US" dirty="0">
              <a:ea typeface="+mn-ea"/>
              <a:cs typeface="+mn-cs"/>
            </a:rPr>
            <a:t> </a:t>
          </a:r>
          <a:r>
            <a:rPr lang="en-US" dirty="0" err="1">
              <a:ea typeface="+mn-ea"/>
              <a:cs typeface="+mn-cs"/>
            </a:rPr>
            <a:t>verwendet</a:t>
          </a:r>
          <a:r>
            <a:rPr lang="en-US" dirty="0">
              <a:ea typeface="+mn-ea"/>
              <a:cs typeface="+mn-cs"/>
            </a:rPr>
            <a:t> </a:t>
          </a:r>
          <a:r>
            <a:rPr lang="en-US" dirty="0">
              <a:latin typeface="Neue Haas Grotesk Text Pro"/>
              <a:ea typeface="+mn-ea"/>
              <a:cs typeface="+mn-cs"/>
            </a:rPr>
            <a:t>                             </a:t>
          </a:r>
          <a:r>
            <a:rPr lang="en-US" dirty="0">
              <a:ea typeface="+mn-ea"/>
              <a:cs typeface="+mn-cs"/>
            </a:rPr>
            <a:t>(nicht </a:t>
          </a:r>
          <a:r>
            <a:rPr lang="en-US" dirty="0" err="1">
              <a:ea typeface="+mn-ea"/>
              <a:cs typeface="+mn-cs"/>
            </a:rPr>
            <a:t>differenzierbar</a:t>
          </a:r>
          <a:r>
            <a:rPr lang="en-US" dirty="0">
              <a:ea typeface="+mn-ea"/>
              <a:cs typeface="+mn-cs"/>
            </a:rPr>
            <a:t>)</a:t>
          </a:r>
          <a:endParaRPr lang="en-US" dirty="0">
            <a:latin typeface="Neue Haas Grotesk Text Pro"/>
            <a:ea typeface="+mn-ea"/>
            <a:cs typeface="+mn-cs"/>
          </a:endParaRPr>
        </a:p>
      </dgm:t>
    </dgm:pt>
    <dgm:pt modelId="{AA4074A2-3F51-4AAA-A3A8-738C4E479510}" type="parTrans" cxnId="{173DA537-1BAA-4841-A89F-7244960223A2}">
      <dgm:prSet/>
      <dgm:spPr/>
    </dgm:pt>
    <dgm:pt modelId="{31CEE40A-5D2A-449A-A593-4180EC04A5F4}" type="sibTrans" cxnId="{173DA537-1BAA-4841-A89F-7244960223A2}">
      <dgm:prSet/>
      <dgm:spPr/>
      <dgm:t>
        <a:bodyPr/>
        <a:lstStyle/>
        <a:p>
          <a:endParaRPr lang="en-US"/>
        </a:p>
      </dgm:t>
    </dgm:pt>
    <dgm:pt modelId="{928229DF-B351-46A6-AB84-E0E5BFF3707B}">
      <dgm:prSet phldrT="[Text]" phldr="0"/>
      <dgm:spPr/>
      <dgm:t>
        <a:bodyPr/>
        <a:lstStyle/>
        <a:p>
          <a:pPr rtl="0"/>
          <a:r>
            <a:rPr lang="en-US" dirty="0" err="1">
              <a:ea typeface="+mn-ea"/>
              <a:cs typeface="+mn-cs"/>
            </a:rPr>
            <a:t>ReLU</a:t>
          </a:r>
          <a:r>
            <a:rPr lang="en-US" dirty="0">
              <a:ea typeface="+mn-ea"/>
              <a:cs typeface="+mn-cs"/>
            </a:rPr>
            <a:t> (Revolution</a:t>
          </a:r>
          <a:r>
            <a:rPr lang="en-US" dirty="0">
              <a:latin typeface="Neue Haas Grotesk Text Pro"/>
              <a:ea typeface="+mn-ea"/>
              <a:cs typeface="+mn-cs"/>
            </a:rPr>
            <a:t>!):               </a:t>
          </a:r>
          <a:r>
            <a:rPr lang="en-US" dirty="0">
              <a:ea typeface="+mn-ea"/>
              <a:cs typeface="+mn-cs"/>
            </a:rPr>
            <a:t>f(x) = max(0, x) </a:t>
          </a:r>
          <a:r>
            <a:rPr lang="en-US" dirty="0">
              <a:latin typeface="Neue Haas Grotesk Text Pro"/>
              <a:ea typeface="+mn-ea"/>
              <a:cs typeface="+mn-cs"/>
            </a:rPr>
            <a:t>                        </a:t>
          </a:r>
          <a:r>
            <a:rPr lang="en-US" dirty="0">
              <a:ea typeface="+mn-ea"/>
              <a:cs typeface="+mn-cs"/>
            </a:rPr>
            <a:t>Sehr schnell &amp; </a:t>
          </a:r>
          <a:r>
            <a:rPr lang="en-US" dirty="0" err="1">
              <a:ea typeface="+mn-ea"/>
              <a:cs typeface="+mn-cs"/>
            </a:rPr>
            <a:t>stabil</a:t>
          </a:r>
          <a:r>
            <a:rPr lang="en-US" dirty="0">
              <a:ea typeface="+mn-ea"/>
              <a:cs typeface="+mn-cs"/>
            </a:rPr>
            <a:t> </a:t>
          </a:r>
          <a:r>
            <a:rPr lang="en-US" dirty="0">
              <a:latin typeface="Neue Haas Grotesk Text Pro"/>
              <a:ea typeface="+mn-ea"/>
              <a:cs typeface="+mn-cs"/>
            </a:rPr>
            <a:t>           </a:t>
          </a:r>
          <a:r>
            <a:rPr lang="en-US" dirty="0">
              <a:ea typeface="+mn-ea"/>
              <a:cs typeface="+mn-cs"/>
            </a:rPr>
            <a:t>Problem: „Dying </a:t>
          </a:r>
          <a:r>
            <a:rPr lang="en-US" dirty="0" err="1">
              <a:latin typeface="Neue Haas Grotesk Text Pro"/>
              <a:ea typeface="+mn-ea"/>
              <a:cs typeface="+mn-cs"/>
            </a:rPr>
            <a:t>ReLU</a:t>
          </a:r>
          <a:r>
            <a:rPr lang="en-US" dirty="0">
              <a:ea typeface="+mn-ea"/>
              <a:cs typeface="+mn-cs"/>
            </a:rPr>
            <a:t>“</a:t>
          </a:r>
          <a:endParaRPr lang="en-US" dirty="0">
            <a:latin typeface="Neue Haas Grotesk Text Pro"/>
            <a:ea typeface="+mn-ea"/>
            <a:cs typeface="+mn-cs"/>
          </a:endParaRPr>
        </a:p>
      </dgm:t>
    </dgm:pt>
    <dgm:pt modelId="{84AD4529-C3AD-4FAD-83A8-C9F3DD62A2DC}" type="parTrans" cxnId="{03E6C565-AE3F-4457-94FE-D72AA8FF1C51}">
      <dgm:prSet/>
      <dgm:spPr/>
    </dgm:pt>
    <dgm:pt modelId="{166FE512-42DD-498E-B5F2-9D7DD791AFBE}" type="sibTrans" cxnId="{03E6C565-AE3F-4457-94FE-D72AA8FF1C51}">
      <dgm:prSet/>
      <dgm:spPr/>
      <dgm:t>
        <a:bodyPr/>
        <a:lstStyle/>
        <a:p>
          <a:endParaRPr lang="en-US"/>
        </a:p>
      </dgm:t>
    </dgm:pt>
    <dgm:pt modelId="{31F02269-A6CB-4198-BC9A-E75182E0A9AE}" type="pres">
      <dgm:prSet presAssocID="{6867D360-FBBE-4962-8B1A-8F3CC6900CB5}" presName="diagram" presStyleCnt="0">
        <dgm:presLayoutVars>
          <dgm:dir/>
          <dgm:resizeHandles val="exact"/>
        </dgm:presLayoutVars>
      </dgm:prSet>
      <dgm:spPr/>
    </dgm:pt>
    <dgm:pt modelId="{F56CF574-5EA1-416D-A89E-51EEFB929A24}" type="pres">
      <dgm:prSet presAssocID="{204433BF-CBDA-44B1-99D7-FE0E3F7182CD}" presName="node" presStyleLbl="node1" presStyleIdx="0" presStyleCnt="4">
        <dgm:presLayoutVars>
          <dgm:bulletEnabled val="1"/>
        </dgm:presLayoutVars>
      </dgm:prSet>
      <dgm:spPr/>
    </dgm:pt>
    <dgm:pt modelId="{5FC18C5E-6C5C-4FA9-8DAE-0392EB061C6C}" type="pres">
      <dgm:prSet presAssocID="{7187B105-5206-421C-912F-9E1100652613}" presName="sibTrans" presStyleCnt="0"/>
      <dgm:spPr/>
    </dgm:pt>
    <dgm:pt modelId="{43F730C5-8B52-41ED-9E59-8988CF4C33A1}" type="pres">
      <dgm:prSet presAssocID="{75D733E1-2EF8-4DC3-A53E-ABF23C16056A}" presName="node" presStyleLbl="node1" presStyleIdx="1" presStyleCnt="4">
        <dgm:presLayoutVars>
          <dgm:bulletEnabled val="1"/>
        </dgm:presLayoutVars>
      </dgm:prSet>
      <dgm:spPr/>
    </dgm:pt>
    <dgm:pt modelId="{20205FE0-A4CB-4FD6-8DD9-90215084EE10}" type="pres">
      <dgm:prSet presAssocID="{1B3AD31F-5E6A-4543-B6ED-BFC71EDC6E7E}" presName="sibTrans" presStyleCnt="0"/>
      <dgm:spPr/>
    </dgm:pt>
    <dgm:pt modelId="{F69C2CFC-1684-41A2-B97C-A336E7E6028F}" type="pres">
      <dgm:prSet presAssocID="{411F49BF-2496-4AB7-A07C-DBDAEA18D3EF}" presName="node" presStyleLbl="node1" presStyleIdx="2" presStyleCnt="4">
        <dgm:presLayoutVars>
          <dgm:bulletEnabled val="1"/>
        </dgm:presLayoutVars>
      </dgm:prSet>
      <dgm:spPr/>
    </dgm:pt>
    <dgm:pt modelId="{4B48B804-1ABE-431D-87F0-FFE4E037E294}" type="pres">
      <dgm:prSet presAssocID="{31CEE40A-5D2A-449A-A593-4180EC04A5F4}" presName="sibTrans" presStyleCnt="0"/>
      <dgm:spPr/>
    </dgm:pt>
    <dgm:pt modelId="{802E0694-0B6C-4761-A45C-994A95212142}" type="pres">
      <dgm:prSet presAssocID="{928229DF-B351-46A6-AB84-E0E5BFF3707B}" presName="node" presStyleLbl="node1" presStyleIdx="3" presStyleCnt="4">
        <dgm:presLayoutVars>
          <dgm:bulletEnabled val="1"/>
        </dgm:presLayoutVars>
      </dgm:prSet>
      <dgm:spPr/>
    </dgm:pt>
  </dgm:ptLst>
  <dgm:cxnLst>
    <dgm:cxn modelId="{C6F3A419-53FA-4336-8843-E0E867D87488}" type="presOf" srcId="{204433BF-CBDA-44B1-99D7-FE0E3F7182CD}" destId="{F56CF574-5EA1-416D-A89E-51EEFB929A24}" srcOrd="0" destOrd="0" presId="urn:microsoft.com/office/officeart/2005/8/layout/default"/>
    <dgm:cxn modelId="{173DA537-1BAA-4841-A89F-7244960223A2}" srcId="{6867D360-FBBE-4962-8B1A-8F3CC6900CB5}" destId="{411F49BF-2496-4AB7-A07C-DBDAEA18D3EF}" srcOrd="2" destOrd="0" parTransId="{AA4074A2-3F51-4AAA-A3A8-738C4E479510}" sibTransId="{31CEE40A-5D2A-449A-A593-4180EC04A5F4}"/>
    <dgm:cxn modelId="{EFC13362-0640-4987-A669-E275D8F2BC8B}" type="presOf" srcId="{75D733E1-2EF8-4DC3-A53E-ABF23C16056A}" destId="{43F730C5-8B52-41ED-9E59-8988CF4C33A1}" srcOrd="0" destOrd="0" presId="urn:microsoft.com/office/officeart/2005/8/layout/default"/>
    <dgm:cxn modelId="{1031DE64-416E-4F29-AB7B-3965EC4B4F1B}" srcId="{6867D360-FBBE-4962-8B1A-8F3CC6900CB5}" destId="{75D733E1-2EF8-4DC3-A53E-ABF23C16056A}" srcOrd="1" destOrd="0" parTransId="{70EC3511-1BC1-4AB4-9337-23A9D887A85C}" sibTransId="{1B3AD31F-5E6A-4543-B6ED-BFC71EDC6E7E}"/>
    <dgm:cxn modelId="{03E6C565-AE3F-4457-94FE-D72AA8FF1C51}" srcId="{6867D360-FBBE-4962-8B1A-8F3CC6900CB5}" destId="{928229DF-B351-46A6-AB84-E0E5BFF3707B}" srcOrd="3" destOrd="0" parTransId="{84AD4529-C3AD-4FAD-83A8-C9F3DD62A2DC}" sibTransId="{166FE512-42DD-498E-B5F2-9D7DD791AFBE}"/>
    <dgm:cxn modelId="{D57C2074-E015-4F1E-8A9D-872086EFC807}" type="presOf" srcId="{6867D360-FBBE-4962-8B1A-8F3CC6900CB5}" destId="{31F02269-A6CB-4198-BC9A-E75182E0A9AE}" srcOrd="0" destOrd="0" presId="urn:microsoft.com/office/officeart/2005/8/layout/default"/>
    <dgm:cxn modelId="{BA89DA8B-0E1B-4458-8C4C-8EE639A8B68D}" type="presOf" srcId="{411F49BF-2496-4AB7-A07C-DBDAEA18D3EF}" destId="{F69C2CFC-1684-41A2-B97C-A336E7E6028F}" srcOrd="0" destOrd="0" presId="urn:microsoft.com/office/officeart/2005/8/layout/default"/>
    <dgm:cxn modelId="{CDCB1BB1-DAD5-414B-B164-E151FBCCAB12}" type="presOf" srcId="{928229DF-B351-46A6-AB84-E0E5BFF3707B}" destId="{802E0694-0B6C-4761-A45C-994A95212142}" srcOrd="0" destOrd="0" presId="urn:microsoft.com/office/officeart/2005/8/layout/default"/>
    <dgm:cxn modelId="{26B582D6-843E-4252-8552-2201E3045E01}" srcId="{6867D360-FBBE-4962-8B1A-8F3CC6900CB5}" destId="{204433BF-CBDA-44B1-99D7-FE0E3F7182CD}" srcOrd="0" destOrd="0" parTransId="{DF0EA6A0-3B76-40F3-B0B9-04F354E32D7A}" sibTransId="{7187B105-5206-421C-912F-9E1100652613}"/>
    <dgm:cxn modelId="{A2C1F5E0-24C9-49DE-8D9E-148956FF3903}" type="presParOf" srcId="{31F02269-A6CB-4198-BC9A-E75182E0A9AE}" destId="{F56CF574-5EA1-416D-A89E-51EEFB929A24}" srcOrd="0" destOrd="0" presId="urn:microsoft.com/office/officeart/2005/8/layout/default"/>
    <dgm:cxn modelId="{1CE94B90-886A-45A5-BE6E-3EDD4B8D4073}" type="presParOf" srcId="{31F02269-A6CB-4198-BC9A-E75182E0A9AE}" destId="{5FC18C5E-6C5C-4FA9-8DAE-0392EB061C6C}" srcOrd="1" destOrd="0" presId="urn:microsoft.com/office/officeart/2005/8/layout/default"/>
    <dgm:cxn modelId="{EBF5F47B-E333-42A6-A2B1-4A2C8E30A01A}" type="presParOf" srcId="{31F02269-A6CB-4198-BC9A-E75182E0A9AE}" destId="{43F730C5-8B52-41ED-9E59-8988CF4C33A1}" srcOrd="2" destOrd="0" presId="urn:microsoft.com/office/officeart/2005/8/layout/default"/>
    <dgm:cxn modelId="{F6F561D9-90FC-4FDF-B1E4-46D1285532DB}" type="presParOf" srcId="{31F02269-A6CB-4198-BC9A-E75182E0A9AE}" destId="{20205FE0-A4CB-4FD6-8DD9-90215084EE10}" srcOrd="3" destOrd="0" presId="urn:microsoft.com/office/officeart/2005/8/layout/default"/>
    <dgm:cxn modelId="{94A0E360-DD15-4E98-806B-15D0D220F7F0}" type="presParOf" srcId="{31F02269-A6CB-4198-BC9A-E75182E0A9AE}" destId="{F69C2CFC-1684-41A2-B97C-A336E7E6028F}" srcOrd="4" destOrd="0" presId="urn:microsoft.com/office/officeart/2005/8/layout/default"/>
    <dgm:cxn modelId="{3B7F2750-FFBB-42BC-9DBE-089A1515EE92}" type="presParOf" srcId="{31F02269-A6CB-4198-BC9A-E75182E0A9AE}" destId="{4B48B804-1ABE-431D-87F0-FFE4E037E294}" srcOrd="5" destOrd="0" presId="urn:microsoft.com/office/officeart/2005/8/layout/default"/>
    <dgm:cxn modelId="{8B4DF886-DB80-4586-886E-58167FE84C3D}" type="presParOf" srcId="{31F02269-A6CB-4198-BC9A-E75182E0A9AE}" destId="{802E0694-0B6C-4761-A45C-994A9521214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67D360-FBBE-4962-8B1A-8F3CC6900CB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5D733E1-2EF8-4DC3-A53E-ABF23C16056A}">
      <dgm:prSet/>
      <dgm:spPr/>
      <dgm:t>
        <a:bodyPr/>
        <a:lstStyle/>
        <a:p>
          <a:pPr rtl="0"/>
          <a:r>
            <a:rPr lang="en-US" dirty="0">
              <a:latin typeface="Neue Haas Grotesk Text Pro"/>
            </a:rPr>
            <a:t>PReLU</a:t>
          </a:r>
          <a:r>
            <a:rPr lang="en-US" dirty="0">
              <a:latin typeface="Neue Haas Grotesk Text Pro"/>
              <a:ea typeface="+mn-ea"/>
              <a:cs typeface="+mn-cs"/>
            </a:rPr>
            <a:t>:</a:t>
          </a:r>
          <a:br>
            <a:rPr lang="en-US" dirty="0">
              <a:latin typeface="Neue Haas Grotesk Text Pro"/>
              <a:ea typeface="+mn-ea"/>
              <a:cs typeface="+mn-cs"/>
            </a:rPr>
          </a:br>
          <a:r>
            <a:rPr lang="en-US" dirty="0">
              <a:latin typeface="Neue Haas Grotesk Text Pro"/>
            </a:rPr>
            <a:t>Wie</a:t>
          </a:r>
          <a:r>
            <a:rPr lang="en-US" dirty="0"/>
            <a:t> Leaky </a:t>
          </a:r>
          <a:r>
            <a:rPr lang="en-US" dirty="0" err="1"/>
            <a:t>ReLU</a:t>
          </a:r>
          <a:r>
            <a:rPr lang="en-US" dirty="0"/>
            <a:t>, </a:t>
          </a:r>
          <a:r>
            <a:rPr lang="en-US" dirty="0" err="1"/>
            <a:t>aber</a:t>
          </a:r>
          <a:r>
            <a:rPr lang="en-US" dirty="0"/>
            <a:t> </a:t>
          </a:r>
          <a:r>
            <a:rPr lang="en-US" dirty="0" err="1"/>
            <a:t>lernbar</a:t>
          </a:r>
          <a:endParaRPr lang="en-US" dirty="0" err="1">
            <a:ea typeface="+mn-ea"/>
            <a:cs typeface="+mn-cs"/>
          </a:endParaRPr>
        </a:p>
      </dgm:t>
    </dgm:pt>
    <dgm:pt modelId="{70EC3511-1BC1-4AB4-9337-23A9D887A85C}" type="parTrans" cxnId="{1031DE64-416E-4F29-AB7B-3965EC4B4F1B}">
      <dgm:prSet/>
      <dgm:spPr/>
      <dgm:t>
        <a:bodyPr/>
        <a:lstStyle/>
        <a:p>
          <a:endParaRPr lang="en-US"/>
        </a:p>
      </dgm:t>
    </dgm:pt>
    <dgm:pt modelId="{1B3AD31F-5E6A-4543-B6ED-BFC71EDC6E7E}" type="sibTrans" cxnId="{1031DE64-416E-4F29-AB7B-3965EC4B4F1B}">
      <dgm:prSet/>
      <dgm:spPr/>
      <dgm:t>
        <a:bodyPr/>
        <a:lstStyle/>
        <a:p>
          <a:endParaRPr lang="en-US"/>
        </a:p>
      </dgm:t>
    </dgm:pt>
    <dgm:pt modelId="{411F49BF-2496-4AB7-A07C-DBDAEA18D3EF}">
      <dgm:prSet phldrT="[Text]" phldr="0"/>
      <dgm:spPr/>
      <dgm:t>
        <a:bodyPr/>
        <a:lstStyle/>
        <a:p>
          <a:pPr rtl="0"/>
          <a:r>
            <a:rPr lang="en-US" dirty="0"/>
            <a:t>ELU</a:t>
          </a:r>
          <a:r>
            <a:rPr lang="en-US" dirty="0">
              <a:latin typeface="Neue Haas Grotesk Text Pro"/>
              <a:ea typeface="+mn-ea"/>
              <a:cs typeface="+mn-cs"/>
            </a:rPr>
            <a:t> : </a:t>
          </a:r>
          <a:br>
            <a:rPr lang="en-US" dirty="0">
              <a:latin typeface="Neue Haas Grotesk Text Pro"/>
              <a:ea typeface="+mn-ea"/>
              <a:cs typeface="+mn-cs"/>
            </a:rPr>
          </a:br>
          <a:r>
            <a:rPr lang="en-US" dirty="0">
              <a:latin typeface="Neue Haas Grotesk Text Pro"/>
            </a:rPr>
            <a:t>Glatter</a:t>
          </a:r>
          <a:r>
            <a:rPr lang="en-US" dirty="0"/>
            <a:t> </a:t>
          </a:r>
          <a:r>
            <a:rPr lang="en-US" dirty="0" err="1"/>
            <a:t>als</a:t>
          </a:r>
          <a:r>
            <a:rPr lang="en-US" dirty="0"/>
            <a:t> </a:t>
          </a:r>
          <a:r>
            <a:rPr lang="en-US" dirty="0" err="1"/>
            <a:t>ReLU</a:t>
          </a:r>
          <a:r>
            <a:rPr lang="en-US" dirty="0">
              <a:latin typeface="Neue Haas Grotesk Text Pro"/>
            </a:rPr>
            <a:t>                              </a:t>
          </a:r>
          <a:r>
            <a:rPr lang="en-US" dirty="0" err="1"/>
            <a:t>Bessere</a:t>
          </a:r>
          <a:r>
            <a:rPr lang="en-US" dirty="0"/>
            <a:t> </a:t>
          </a:r>
          <a:r>
            <a:rPr lang="en-US" dirty="0" err="1"/>
            <a:t>Stabilität</a:t>
          </a:r>
          <a:endParaRPr lang="en-US" dirty="0"/>
        </a:p>
      </dgm:t>
    </dgm:pt>
    <dgm:pt modelId="{AA4074A2-3F51-4AAA-A3A8-738C4E479510}" type="parTrans" cxnId="{173DA537-1BAA-4841-A89F-7244960223A2}">
      <dgm:prSet/>
      <dgm:spPr/>
    </dgm:pt>
    <dgm:pt modelId="{31CEE40A-5D2A-449A-A593-4180EC04A5F4}" type="sibTrans" cxnId="{173DA537-1BAA-4841-A89F-7244960223A2}">
      <dgm:prSet/>
      <dgm:spPr/>
      <dgm:t>
        <a:bodyPr/>
        <a:lstStyle/>
        <a:p>
          <a:endParaRPr lang="en-US"/>
        </a:p>
      </dgm:t>
    </dgm:pt>
    <dgm:pt modelId="{928229DF-B351-46A6-AB84-E0E5BFF3707B}">
      <dgm:prSet phldrT="[Text]" phldr="0"/>
      <dgm:spPr/>
      <dgm:t>
        <a:bodyPr/>
        <a:lstStyle/>
        <a:p>
          <a:pPr rtl="0"/>
          <a:r>
            <a:rPr lang="en-US" dirty="0"/>
            <a:t>Swish (Google</a:t>
          </a:r>
          <a:r>
            <a:rPr lang="en-US" dirty="0">
              <a:latin typeface="Neue Haas Grotesk Text Pro"/>
              <a:ea typeface="+mn-ea"/>
              <a:cs typeface="+mn-cs"/>
            </a:rPr>
            <a:t>):                             </a:t>
          </a:r>
          <a:r>
            <a:rPr lang="en-US" dirty="0"/>
            <a:t>f(x) = x · sigmoid(x)</a:t>
          </a:r>
          <a:r>
            <a:rPr lang="en-US" dirty="0">
              <a:latin typeface="Neue Haas Grotesk Text Pro"/>
            </a:rPr>
            <a:t>                             </a:t>
          </a:r>
          <a:r>
            <a:rPr lang="en-US" dirty="0"/>
            <a:t>Sehr </a:t>
          </a:r>
          <a:r>
            <a:rPr lang="en-US" dirty="0" err="1"/>
            <a:t>gute</a:t>
          </a:r>
          <a:r>
            <a:rPr lang="en-US" dirty="0"/>
            <a:t> Performance in Deep Learning </a:t>
          </a:r>
        </a:p>
      </dgm:t>
    </dgm:pt>
    <dgm:pt modelId="{84AD4529-C3AD-4FAD-83A8-C9F3DD62A2DC}" type="parTrans" cxnId="{03E6C565-AE3F-4457-94FE-D72AA8FF1C51}">
      <dgm:prSet/>
      <dgm:spPr/>
    </dgm:pt>
    <dgm:pt modelId="{166FE512-42DD-498E-B5F2-9D7DD791AFBE}" type="sibTrans" cxnId="{03E6C565-AE3F-4457-94FE-D72AA8FF1C51}">
      <dgm:prSet/>
      <dgm:spPr/>
      <dgm:t>
        <a:bodyPr/>
        <a:lstStyle/>
        <a:p>
          <a:endParaRPr lang="en-US"/>
        </a:p>
      </dgm:t>
    </dgm:pt>
    <dgm:pt modelId="{F193C240-1BF0-4B00-B666-9931AB025C08}">
      <dgm:prSet phldrT="[Text]" phldr="0"/>
      <dgm:spPr/>
      <dgm:t>
        <a:bodyPr/>
        <a:lstStyle/>
        <a:p>
          <a:pPr algn="l" rtl="0"/>
          <a:r>
            <a:rPr lang="en-US" dirty="0"/>
            <a:t>Leaky </a:t>
          </a:r>
          <a:r>
            <a:rPr lang="en-US" dirty="0" err="1">
              <a:latin typeface="Neue Haas Grotesk Text Pro"/>
            </a:rPr>
            <a:t>ReLU</a:t>
          </a:r>
          <a:r>
            <a:rPr lang="en-US" dirty="0">
              <a:latin typeface="Neue Haas Grotesk Text Pro"/>
            </a:rPr>
            <a:t> :</a:t>
          </a:r>
          <a:br>
            <a:rPr lang="en-US" dirty="0">
              <a:latin typeface="Neue Haas Grotesk Text Pro"/>
            </a:rPr>
          </a:br>
          <a:r>
            <a:rPr lang="en-US" dirty="0">
              <a:latin typeface="Neue Haas Grotesk Text Pro"/>
            </a:rPr>
            <a:t>Kleine</a:t>
          </a:r>
          <a:r>
            <a:rPr lang="en-US" b="0" dirty="0"/>
            <a:t> negative </a:t>
          </a:r>
          <a:r>
            <a:rPr lang="en-US" dirty="0" err="1"/>
            <a:t>Steigung</a:t>
          </a:r>
          <a:r>
            <a:rPr lang="en-US" dirty="0"/>
            <a:t> </a:t>
          </a:r>
          <a:r>
            <a:rPr lang="en-US" dirty="0" err="1"/>
            <a:t>Verhindert</a:t>
          </a:r>
          <a:r>
            <a:rPr lang="en-US" dirty="0"/>
            <a:t> „tote </a:t>
          </a:r>
          <a:r>
            <a:rPr lang="en-US" dirty="0" err="1"/>
            <a:t>Neuronen</a:t>
          </a:r>
          <a:r>
            <a:rPr lang="en-US" dirty="0"/>
            <a:t>“</a:t>
          </a:r>
          <a:r>
            <a:rPr lang="en-US" b="0" dirty="0">
              <a:latin typeface="Neue Haas Grotesk Text Pro"/>
              <a:ea typeface="+mn-ea"/>
              <a:cs typeface="+mn-cs"/>
            </a:rPr>
            <a:t> </a:t>
          </a:r>
          <a:endParaRPr lang="en-US" dirty="0">
            <a:latin typeface="Neue Haas Grotesk Text Pro"/>
          </a:endParaRPr>
        </a:p>
      </dgm:t>
    </dgm:pt>
    <dgm:pt modelId="{72631CEB-AF5B-4C99-9F6E-4CB964A86F5A}" type="parTrans" cxnId="{75F81B39-6484-4CAD-BEEC-90FD0082F7BA}">
      <dgm:prSet/>
      <dgm:spPr/>
    </dgm:pt>
    <dgm:pt modelId="{1C01F96B-436E-41CC-85C8-CF0C20C67408}" type="sibTrans" cxnId="{75F81B39-6484-4CAD-BEEC-90FD0082F7BA}">
      <dgm:prSet/>
      <dgm:spPr/>
    </dgm:pt>
    <dgm:pt modelId="{14A790A6-12B8-4094-9B2E-7921CB542F21}">
      <dgm:prSet phldrT="[Text]" phldr="0"/>
      <dgm:spPr/>
      <dgm:t>
        <a:bodyPr/>
        <a:lstStyle/>
        <a:p>
          <a:pPr rtl="0"/>
          <a:r>
            <a:rPr lang="en-US" dirty="0"/>
            <a:t>GELU (</a:t>
          </a:r>
          <a:r>
            <a:rPr lang="en-US" dirty="0" err="1"/>
            <a:t>sehr</a:t>
          </a:r>
          <a:r>
            <a:rPr lang="en-US" dirty="0"/>
            <a:t> </a:t>
          </a:r>
          <a:r>
            <a:rPr lang="en-US" dirty="0" err="1"/>
            <a:t>wichtig</a:t>
          </a:r>
          <a:r>
            <a:rPr lang="en-US" dirty="0"/>
            <a:t>!)</a:t>
          </a:r>
          <a:r>
            <a:rPr lang="en-US" dirty="0">
              <a:latin typeface="Neue Haas Grotesk Text Pro"/>
            </a:rPr>
            <a:t>                   </a:t>
          </a:r>
          <a:r>
            <a:rPr lang="en-US" dirty="0"/>
            <a:t>Standard in Transformern (z. B. BERT, GPT)</a:t>
          </a:r>
          <a:r>
            <a:rPr lang="en-US" dirty="0">
              <a:latin typeface="Neue Haas Grotesk Text Pro"/>
            </a:rPr>
            <a:t>                                         </a:t>
          </a:r>
          <a:r>
            <a:rPr lang="en-US" dirty="0"/>
            <a:t>Sehr stabil für große Modelle </a:t>
          </a:r>
          <a:endParaRPr lang="en-US" dirty="0">
            <a:latin typeface="Neue Haas Grotesk Text Pro"/>
          </a:endParaRPr>
        </a:p>
      </dgm:t>
    </dgm:pt>
    <dgm:pt modelId="{C04D6C48-EA6A-4479-B3C8-DD6BF5CEACFE}" type="parTrans" cxnId="{4C9D1701-6217-4792-A6DE-B568D465C03C}">
      <dgm:prSet/>
      <dgm:spPr/>
    </dgm:pt>
    <dgm:pt modelId="{148B7239-F150-4E71-8FB2-97D3214E136B}" type="sibTrans" cxnId="{4C9D1701-6217-4792-A6DE-B568D465C03C}">
      <dgm:prSet/>
      <dgm:spPr/>
    </dgm:pt>
    <dgm:pt modelId="{C3B16DB4-BA17-48AD-A8A1-8674E3712DD3}">
      <dgm:prSet phldrT="[Text]" phldr="0"/>
      <dgm:spPr/>
      <dgm:t>
        <a:bodyPr/>
        <a:lstStyle/>
        <a:p>
          <a:pPr rtl="0"/>
          <a:r>
            <a:rPr lang="en-US" dirty="0"/>
            <a:t>Mish = </a:t>
          </a:r>
          <a:r>
            <a:rPr lang="en-US" b="1" dirty="0" err="1"/>
            <a:t>sehr</a:t>
          </a:r>
          <a:r>
            <a:rPr lang="en-US" b="1" dirty="0"/>
            <a:t> </a:t>
          </a:r>
          <a:r>
            <a:rPr lang="en-US" b="1" dirty="0" err="1"/>
            <a:t>glatte</a:t>
          </a:r>
          <a:r>
            <a:rPr lang="en-US" b="1" dirty="0"/>
            <a:t>, </a:t>
          </a:r>
          <a:r>
            <a:rPr lang="en-US" b="1" dirty="0" err="1"/>
            <a:t>informationsreiche</a:t>
          </a:r>
          <a:r>
            <a:rPr lang="en-US" b="1" dirty="0"/>
            <a:t> </a:t>
          </a:r>
          <a:r>
            <a:rPr lang="en-US" b="1" dirty="0" err="1"/>
            <a:t>Aktivierungsfunktion</a:t>
          </a:r>
          <a:endParaRPr lang="en-US" dirty="0" err="1">
            <a:latin typeface="Neue Haas Grotesk Text Pro"/>
          </a:endParaRPr>
        </a:p>
      </dgm:t>
    </dgm:pt>
    <dgm:pt modelId="{2C58B557-FC98-47C6-81BC-26CC1BBDFBF4}" type="parTrans" cxnId="{CBC4661B-8744-48F9-8927-83BDEF700DB6}">
      <dgm:prSet/>
      <dgm:spPr/>
    </dgm:pt>
    <dgm:pt modelId="{7BD6465E-5ABC-409A-8E2F-2C2382CCE7F3}" type="sibTrans" cxnId="{CBC4661B-8744-48F9-8927-83BDEF700DB6}">
      <dgm:prSet/>
      <dgm:spPr/>
    </dgm:pt>
    <dgm:pt modelId="{31F02269-A6CB-4198-BC9A-E75182E0A9AE}" type="pres">
      <dgm:prSet presAssocID="{6867D360-FBBE-4962-8B1A-8F3CC6900CB5}" presName="diagram" presStyleCnt="0">
        <dgm:presLayoutVars>
          <dgm:dir/>
          <dgm:resizeHandles val="exact"/>
        </dgm:presLayoutVars>
      </dgm:prSet>
      <dgm:spPr/>
    </dgm:pt>
    <dgm:pt modelId="{D52512A8-35DB-4522-B0CF-C0C0B149FA9B}" type="pres">
      <dgm:prSet presAssocID="{F193C240-1BF0-4B00-B666-9931AB025C08}" presName="node" presStyleLbl="node1" presStyleIdx="0" presStyleCnt="6">
        <dgm:presLayoutVars>
          <dgm:bulletEnabled val="1"/>
        </dgm:presLayoutVars>
      </dgm:prSet>
      <dgm:spPr/>
    </dgm:pt>
    <dgm:pt modelId="{47240FA3-5F43-41FB-80FC-0F26B66600D5}" type="pres">
      <dgm:prSet presAssocID="{1C01F96B-436E-41CC-85C8-CF0C20C67408}" presName="sibTrans" presStyleCnt="0"/>
      <dgm:spPr/>
    </dgm:pt>
    <dgm:pt modelId="{43F730C5-8B52-41ED-9E59-8988CF4C33A1}" type="pres">
      <dgm:prSet presAssocID="{75D733E1-2EF8-4DC3-A53E-ABF23C16056A}" presName="node" presStyleLbl="node1" presStyleIdx="1" presStyleCnt="6">
        <dgm:presLayoutVars>
          <dgm:bulletEnabled val="1"/>
        </dgm:presLayoutVars>
      </dgm:prSet>
      <dgm:spPr/>
    </dgm:pt>
    <dgm:pt modelId="{20205FE0-A4CB-4FD6-8DD9-90215084EE10}" type="pres">
      <dgm:prSet presAssocID="{1B3AD31F-5E6A-4543-B6ED-BFC71EDC6E7E}" presName="sibTrans" presStyleCnt="0"/>
      <dgm:spPr/>
    </dgm:pt>
    <dgm:pt modelId="{F69C2CFC-1684-41A2-B97C-A336E7E6028F}" type="pres">
      <dgm:prSet presAssocID="{411F49BF-2496-4AB7-A07C-DBDAEA18D3EF}" presName="node" presStyleLbl="node1" presStyleIdx="2" presStyleCnt="6">
        <dgm:presLayoutVars>
          <dgm:bulletEnabled val="1"/>
        </dgm:presLayoutVars>
      </dgm:prSet>
      <dgm:spPr/>
    </dgm:pt>
    <dgm:pt modelId="{4B48B804-1ABE-431D-87F0-FFE4E037E294}" type="pres">
      <dgm:prSet presAssocID="{31CEE40A-5D2A-449A-A593-4180EC04A5F4}" presName="sibTrans" presStyleCnt="0"/>
      <dgm:spPr/>
    </dgm:pt>
    <dgm:pt modelId="{802E0694-0B6C-4761-A45C-994A95212142}" type="pres">
      <dgm:prSet presAssocID="{928229DF-B351-46A6-AB84-E0E5BFF3707B}" presName="node" presStyleLbl="node1" presStyleIdx="3" presStyleCnt="6">
        <dgm:presLayoutVars>
          <dgm:bulletEnabled val="1"/>
        </dgm:presLayoutVars>
      </dgm:prSet>
      <dgm:spPr/>
    </dgm:pt>
    <dgm:pt modelId="{9840363A-8451-42F9-9A50-F012EB920D9A}" type="pres">
      <dgm:prSet presAssocID="{166FE512-42DD-498E-B5F2-9D7DD791AFBE}" presName="sibTrans" presStyleCnt="0"/>
      <dgm:spPr/>
    </dgm:pt>
    <dgm:pt modelId="{F4CEF5F4-9512-4D40-82E6-CE02A8940D68}" type="pres">
      <dgm:prSet presAssocID="{14A790A6-12B8-4094-9B2E-7921CB542F21}" presName="node" presStyleLbl="node1" presStyleIdx="4" presStyleCnt="6">
        <dgm:presLayoutVars>
          <dgm:bulletEnabled val="1"/>
        </dgm:presLayoutVars>
      </dgm:prSet>
      <dgm:spPr/>
    </dgm:pt>
    <dgm:pt modelId="{7425D7C4-8B83-4304-B7BC-3EA5FE5411E6}" type="pres">
      <dgm:prSet presAssocID="{148B7239-F150-4E71-8FB2-97D3214E136B}" presName="sibTrans" presStyleCnt="0"/>
      <dgm:spPr/>
    </dgm:pt>
    <dgm:pt modelId="{83915358-EBA5-408A-A1BB-B6C2C5942F22}" type="pres">
      <dgm:prSet presAssocID="{C3B16DB4-BA17-48AD-A8A1-8674E3712DD3}" presName="node" presStyleLbl="node1" presStyleIdx="5" presStyleCnt="6">
        <dgm:presLayoutVars>
          <dgm:bulletEnabled val="1"/>
        </dgm:presLayoutVars>
      </dgm:prSet>
      <dgm:spPr/>
    </dgm:pt>
  </dgm:ptLst>
  <dgm:cxnLst>
    <dgm:cxn modelId="{4C9D1701-6217-4792-A6DE-B568D465C03C}" srcId="{6867D360-FBBE-4962-8B1A-8F3CC6900CB5}" destId="{14A790A6-12B8-4094-9B2E-7921CB542F21}" srcOrd="4" destOrd="0" parTransId="{C04D6C48-EA6A-4479-B3C8-DD6BF5CEACFE}" sibTransId="{148B7239-F150-4E71-8FB2-97D3214E136B}"/>
    <dgm:cxn modelId="{CBC4661B-8744-48F9-8927-83BDEF700DB6}" srcId="{6867D360-FBBE-4962-8B1A-8F3CC6900CB5}" destId="{C3B16DB4-BA17-48AD-A8A1-8674E3712DD3}" srcOrd="5" destOrd="0" parTransId="{2C58B557-FC98-47C6-81BC-26CC1BBDFBF4}" sibTransId="{7BD6465E-5ABC-409A-8E2F-2C2382CCE7F3}"/>
    <dgm:cxn modelId="{173DA537-1BAA-4841-A89F-7244960223A2}" srcId="{6867D360-FBBE-4962-8B1A-8F3CC6900CB5}" destId="{411F49BF-2496-4AB7-A07C-DBDAEA18D3EF}" srcOrd="2" destOrd="0" parTransId="{AA4074A2-3F51-4AAA-A3A8-738C4E479510}" sibTransId="{31CEE40A-5D2A-449A-A593-4180EC04A5F4}"/>
    <dgm:cxn modelId="{75F81B39-6484-4CAD-BEEC-90FD0082F7BA}" srcId="{6867D360-FBBE-4962-8B1A-8F3CC6900CB5}" destId="{F193C240-1BF0-4B00-B666-9931AB025C08}" srcOrd="0" destOrd="0" parTransId="{72631CEB-AF5B-4C99-9F6E-4CB964A86F5A}" sibTransId="{1C01F96B-436E-41CC-85C8-CF0C20C67408}"/>
    <dgm:cxn modelId="{1031DE64-416E-4F29-AB7B-3965EC4B4F1B}" srcId="{6867D360-FBBE-4962-8B1A-8F3CC6900CB5}" destId="{75D733E1-2EF8-4DC3-A53E-ABF23C16056A}" srcOrd="1" destOrd="0" parTransId="{70EC3511-1BC1-4AB4-9337-23A9D887A85C}" sibTransId="{1B3AD31F-5E6A-4543-B6ED-BFC71EDC6E7E}"/>
    <dgm:cxn modelId="{03E6C565-AE3F-4457-94FE-D72AA8FF1C51}" srcId="{6867D360-FBBE-4962-8B1A-8F3CC6900CB5}" destId="{928229DF-B351-46A6-AB84-E0E5BFF3707B}" srcOrd="3" destOrd="0" parTransId="{84AD4529-C3AD-4FAD-83A8-C9F3DD62A2DC}" sibTransId="{166FE512-42DD-498E-B5F2-9D7DD791AFBE}"/>
    <dgm:cxn modelId="{D57C2074-E015-4F1E-8A9D-872086EFC807}" type="presOf" srcId="{6867D360-FBBE-4962-8B1A-8F3CC6900CB5}" destId="{31F02269-A6CB-4198-BC9A-E75182E0A9AE}" srcOrd="0" destOrd="0" presId="urn:microsoft.com/office/officeart/2005/8/layout/default"/>
    <dgm:cxn modelId="{98F004AE-5194-4D6A-985B-EF2DFF513B84}" type="presOf" srcId="{F193C240-1BF0-4B00-B666-9931AB025C08}" destId="{D52512A8-35DB-4522-B0CF-C0C0B149FA9B}" srcOrd="0" destOrd="0" presId="urn:microsoft.com/office/officeart/2005/8/layout/default"/>
    <dgm:cxn modelId="{334BB5B9-63B3-471F-B20D-E3D2319B2DB4}" type="presOf" srcId="{14A790A6-12B8-4094-9B2E-7921CB542F21}" destId="{F4CEF5F4-9512-4D40-82E6-CE02A8940D68}" srcOrd="0" destOrd="0" presId="urn:microsoft.com/office/officeart/2005/8/layout/default"/>
    <dgm:cxn modelId="{67555BD2-FCEF-496B-BB7D-DB1338E16591}" type="presOf" srcId="{411F49BF-2496-4AB7-A07C-DBDAEA18D3EF}" destId="{F69C2CFC-1684-41A2-B97C-A336E7E6028F}" srcOrd="0" destOrd="0" presId="urn:microsoft.com/office/officeart/2005/8/layout/default"/>
    <dgm:cxn modelId="{6C66F4D2-EF51-4A39-93BF-EE358F2647A2}" type="presOf" srcId="{C3B16DB4-BA17-48AD-A8A1-8674E3712DD3}" destId="{83915358-EBA5-408A-A1BB-B6C2C5942F22}" srcOrd="0" destOrd="0" presId="urn:microsoft.com/office/officeart/2005/8/layout/default"/>
    <dgm:cxn modelId="{B4C772E7-5420-4A75-925B-64C25DBF8EB9}" type="presOf" srcId="{75D733E1-2EF8-4DC3-A53E-ABF23C16056A}" destId="{43F730C5-8B52-41ED-9E59-8988CF4C33A1}" srcOrd="0" destOrd="0" presId="urn:microsoft.com/office/officeart/2005/8/layout/default"/>
    <dgm:cxn modelId="{8C1837EC-CF3B-4206-BB33-C207EFD8C72B}" type="presOf" srcId="{928229DF-B351-46A6-AB84-E0E5BFF3707B}" destId="{802E0694-0B6C-4761-A45C-994A95212142}" srcOrd="0" destOrd="0" presId="urn:microsoft.com/office/officeart/2005/8/layout/default"/>
    <dgm:cxn modelId="{41BC76B3-2F02-462C-B5C2-DE4AED344758}" type="presParOf" srcId="{31F02269-A6CB-4198-BC9A-E75182E0A9AE}" destId="{D52512A8-35DB-4522-B0CF-C0C0B149FA9B}" srcOrd="0" destOrd="0" presId="urn:microsoft.com/office/officeart/2005/8/layout/default"/>
    <dgm:cxn modelId="{7FB5E706-C309-41BB-93C8-DCE0C8BCA4D0}" type="presParOf" srcId="{31F02269-A6CB-4198-BC9A-E75182E0A9AE}" destId="{47240FA3-5F43-41FB-80FC-0F26B66600D5}" srcOrd="1" destOrd="0" presId="urn:microsoft.com/office/officeart/2005/8/layout/default"/>
    <dgm:cxn modelId="{90944086-49F8-48F0-B1CC-13BDB105A96A}" type="presParOf" srcId="{31F02269-A6CB-4198-BC9A-E75182E0A9AE}" destId="{43F730C5-8B52-41ED-9E59-8988CF4C33A1}" srcOrd="2" destOrd="0" presId="urn:microsoft.com/office/officeart/2005/8/layout/default"/>
    <dgm:cxn modelId="{75582D2B-AB09-466B-9523-963DBF746CB7}" type="presParOf" srcId="{31F02269-A6CB-4198-BC9A-E75182E0A9AE}" destId="{20205FE0-A4CB-4FD6-8DD9-90215084EE10}" srcOrd="3" destOrd="0" presId="urn:microsoft.com/office/officeart/2005/8/layout/default"/>
    <dgm:cxn modelId="{9F594A0A-2C46-44EA-99E9-7EF07D9438D1}" type="presParOf" srcId="{31F02269-A6CB-4198-BC9A-E75182E0A9AE}" destId="{F69C2CFC-1684-41A2-B97C-A336E7E6028F}" srcOrd="4" destOrd="0" presId="urn:microsoft.com/office/officeart/2005/8/layout/default"/>
    <dgm:cxn modelId="{75708328-6391-4A65-8D26-5FEF1875AE20}" type="presParOf" srcId="{31F02269-A6CB-4198-BC9A-E75182E0A9AE}" destId="{4B48B804-1ABE-431D-87F0-FFE4E037E294}" srcOrd="5" destOrd="0" presId="urn:microsoft.com/office/officeart/2005/8/layout/default"/>
    <dgm:cxn modelId="{685AE0EC-1731-4FD3-9800-8FCB3F7DC517}" type="presParOf" srcId="{31F02269-A6CB-4198-BC9A-E75182E0A9AE}" destId="{802E0694-0B6C-4761-A45C-994A95212142}" srcOrd="6" destOrd="0" presId="urn:microsoft.com/office/officeart/2005/8/layout/default"/>
    <dgm:cxn modelId="{8F877684-8CD3-477D-9C56-832C7E06A8A6}" type="presParOf" srcId="{31F02269-A6CB-4198-BC9A-E75182E0A9AE}" destId="{9840363A-8451-42F9-9A50-F012EB920D9A}" srcOrd="7" destOrd="0" presId="urn:microsoft.com/office/officeart/2005/8/layout/default"/>
    <dgm:cxn modelId="{E09E45EE-2CCA-4008-A965-15960A96B1D0}" type="presParOf" srcId="{31F02269-A6CB-4198-BC9A-E75182E0A9AE}" destId="{F4CEF5F4-9512-4D40-82E6-CE02A8940D68}" srcOrd="8" destOrd="0" presId="urn:microsoft.com/office/officeart/2005/8/layout/default"/>
    <dgm:cxn modelId="{7421C849-1ED9-4ED5-9BCC-5FF07897428B}" type="presParOf" srcId="{31F02269-A6CB-4198-BC9A-E75182E0A9AE}" destId="{7425D7C4-8B83-4304-B7BC-3EA5FE5411E6}" srcOrd="9" destOrd="0" presId="urn:microsoft.com/office/officeart/2005/8/layout/default"/>
    <dgm:cxn modelId="{502EBB93-914F-4B7E-B5AE-D6EAD2CBD3CE}" type="presParOf" srcId="{31F02269-A6CB-4198-BC9A-E75182E0A9AE}" destId="{83915358-EBA5-408A-A1BB-B6C2C5942F22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3BE997-199E-434C-AD45-B19500039CD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7EC61C8-7A34-4A0F-86ED-5382D31AB70B}">
      <dgm:prSet/>
      <dgm:spPr/>
      <dgm:t>
        <a:bodyPr/>
        <a:lstStyle/>
        <a:p>
          <a:r>
            <a:rPr lang="en-US"/>
            <a:t>Probleme klassischer Funktionen:</a:t>
          </a:r>
        </a:p>
      </dgm:t>
    </dgm:pt>
    <dgm:pt modelId="{B0C66914-07BB-44C9-A9E0-FFD70710B602}" type="parTrans" cxnId="{3D6B7473-8C28-4C2C-AEEA-5470548AB0FD}">
      <dgm:prSet/>
      <dgm:spPr/>
      <dgm:t>
        <a:bodyPr/>
        <a:lstStyle/>
        <a:p>
          <a:endParaRPr lang="en-US"/>
        </a:p>
      </dgm:t>
    </dgm:pt>
    <dgm:pt modelId="{7683EDAB-AF6A-4242-9E28-CCC7C2F6D6A1}" type="sibTrans" cxnId="{3D6B7473-8C28-4C2C-AEEA-5470548AB0FD}">
      <dgm:prSet/>
      <dgm:spPr/>
      <dgm:t>
        <a:bodyPr/>
        <a:lstStyle/>
        <a:p>
          <a:endParaRPr lang="en-US"/>
        </a:p>
      </dgm:t>
    </dgm:pt>
    <dgm:pt modelId="{170F4C92-D757-4646-86A2-79ED68EF00F5}">
      <dgm:prSet/>
      <dgm:spPr/>
      <dgm:t>
        <a:bodyPr/>
        <a:lstStyle/>
        <a:p>
          <a:r>
            <a:rPr lang="en-US"/>
            <a:t>Vanishing Gradients </a:t>
          </a:r>
        </a:p>
      </dgm:t>
    </dgm:pt>
    <dgm:pt modelId="{030BBFD3-5948-4DC2-9D29-76C78913F9B8}" type="parTrans" cxnId="{002CCC14-BF71-4CA4-9EF4-D603DB183D74}">
      <dgm:prSet/>
      <dgm:spPr/>
      <dgm:t>
        <a:bodyPr/>
        <a:lstStyle/>
        <a:p>
          <a:endParaRPr lang="en-US"/>
        </a:p>
      </dgm:t>
    </dgm:pt>
    <dgm:pt modelId="{C6F79D9D-8940-49F0-A903-F6E6FE139EC5}" type="sibTrans" cxnId="{002CCC14-BF71-4CA4-9EF4-D603DB183D74}">
      <dgm:prSet/>
      <dgm:spPr/>
      <dgm:t>
        <a:bodyPr/>
        <a:lstStyle/>
        <a:p>
          <a:endParaRPr lang="en-US"/>
        </a:p>
      </dgm:t>
    </dgm:pt>
    <dgm:pt modelId="{9AFED03D-3841-4DB3-B0D7-FA895009FB26}">
      <dgm:prSet/>
      <dgm:spPr/>
      <dgm:t>
        <a:bodyPr/>
        <a:lstStyle/>
        <a:p>
          <a:r>
            <a:rPr lang="en-US"/>
            <a:t>Schlechter Gradient Flow </a:t>
          </a:r>
        </a:p>
      </dgm:t>
    </dgm:pt>
    <dgm:pt modelId="{A598DB7C-AC77-423B-945E-34A52DD7448F}" type="parTrans" cxnId="{C869FA74-1601-4C92-9554-B0D0E0CA725D}">
      <dgm:prSet/>
      <dgm:spPr/>
      <dgm:t>
        <a:bodyPr/>
        <a:lstStyle/>
        <a:p>
          <a:endParaRPr lang="en-US"/>
        </a:p>
      </dgm:t>
    </dgm:pt>
    <dgm:pt modelId="{038D3A47-E44F-47E5-972A-05062CDA0C2A}" type="sibTrans" cxnId="{C869FA74-1601-4C92-9554-B0D0E0CA725D}">
      <dgm:prSet/>
      <dgm:spPr/>
      <dgm:t>
        <a:bodyPr/>
        <a:lstStyle/>
        <a:p>
          <a:endParaRPr lang="en-US"/>
        </a:p>
      </dgm:t>
    </dgm:pt>
    <dgm:pt modelId="{5AE552EF-1E57-450B-9F0A-78270430AEB9}">
      <dgm:prSet/>
      <dgm:spPr/>
      <dgm:t>
        <a:bodyPr/>
        <a:lstStyle/>
        <a:p>
          <a:r>
            <a:rPr lang="en-US"/>
            <a:t>Instabiles Training </a:t>
          </a:r>
        </a:p>
      </dgm:t>
    </dgm:pt>
    <dgm:pt modelId="{E3519E01-8EC4-4408-885B-3CFBE9572D41}" type="parTrans" cxnId="{3D5F6194-7FAB-43F4-B8B1-404915F2DA0B}">
      <dgm:prSet/>
      <dgm:spPr/>
      <dgm:t>
        <a:bodyPr/>
        <a:lstStyle/>
        <a:p>
          <a:endParaRPr lang="en-US"/>
        </a:p>
      </dgm:t>
    </dgm:pt>
    <dgm:pt modelId="{A4E789C2-4AFF-4043-AD73-3C5C412A127D}" type="sibTrans" cxnId="{3D5F6194-7FAB-43F4-B8B1-404915F2DA0B}">
      <dgm:prSet/>
      <dgm:spPr/>
      <dgm:t>
        <a:bodyPr/>
        <a:lstStyle/>
        <a:p>
          <a:endParaRPr lang="en-US"/>
        </a:p>
      </dgm:t>
    </dgm:pt>
    <dgm:pt modelId="{B14D184B-3EC1-469B-99F7-1B3D12E492C1}">
      <dgm:prSet/>
      <dgm:spPr/>
      <dgm:t>
        <a:bodyPr/>
        <a:lstStyle/>
        <a:p>
          <a:r>
            <a:rPr lang="en-US"/>
            <a:t>Moderne Ziele:</a:t>
          </a:r>
        </a:p>
      </dgm:t>
    </dgm:pt>
    <dgm:pt modelId="{37C27899-F832-4D52-892B-576F447BDB53}" type="parTrans" cxnId="{37D0DBF8-9DA0-4766-963D-6A2476CFE696}">
      <dgm:prSet/>
      <dgm:spPr/>
      <dgm:t>
        <a:bodyPr/>
        <a:lstStyle/>
        <a:p>
          <a:endParaRPr lang="en-US"/>
        </a:p>
      </dgm:t>
    </dgm:pt>
    <dgm:pt modelId="{1CC6D9B7-30B7-42D7-A09D-84343A7C479D}" type="sibTrans" cxnId="{37D0DBF8-9DA0-4766-963D-6A2476CFE696}">
      <dgm:prSet/>
      <dgm:spPr/>
      <dgm:t>
        <a:bodyPr/>
        <a:lstStyle/>
        <a:p>
          <a:endParaRPr lang="en-US"/>
        </a:p>
      </dgm:t>
    </dgm:pt>
    <dgm:pt modelId="{997A4407-2A67-4078-916C-B555C2DC56B2}">
      <dgm:prSet/>
      <dgm:spPr/>
      <dgm:t>
        <a:bodyPr/>
        <a:lstStyle/>
        <a:p>
          <a:r>
            <a:rPr lang="en-US"/>
            <a:t>Stabilität </a:t>
          </a:r>
        </a:p>
      </dgm:t>
    </dgm:pt>
    <dgm:pt modelId="{230485D8-DDA1-451C-81AF-CA8A307054EA}" type="parTrans" cxnId="{E05A2B90-695F-4841-BF5F-D987F59DF86D}">
      <dgm:prSet/>
      <dgm:spPr/>
      <dgm:t>
        <a:bodyPr/>
        <a:lstStyle/>
        <a:p>
          <a:endParaRPr lang="en-US"/>
        </a:p>
      </dgm:t>
    </dgm:pt>
    <dgm:pt modelId="{171FA9D0-9B76-4276-961A-B8678593B5AE}" type="sibTrans" cxnId="{E05A2B90-695F-4841-BF5F-D987F59DF86D}">
      <dgm:prSet/>
      <dgm:spPr/>
      <dgm:t>
        <a:bodyPr/>
        <a:lstStyle/>
        <a:p>
          <a:endParaRPr lang="en-US"/>
        </a:p>
      </dgm:t>
    </dgm:pt>
    <dgm:pt modelId="{E98B0922-8184-409E-980F-91D4BF4B847E}">
      <dgm:prSet/>
      <dgm:spPr/>
      <dgm:t>
        <a:bodyPr/>
        <a:lstStyle/>
        <a:p>
          <a:r>
            <a:rPr lang="en-US"/>
            <a:t>bessere Generalisierung </a:t>
          </a:r>
        </a:p>
      </dgm:t>
    </dgm:pt>
    <dgm:pt modelId="{D632F23B-48AE-446E-84FB-9E7806555D9D}" type="parTrans" cxnId="{C097036C-9A52-46F5-B547-FBFA1C6DFF0D}">
      <dgm:prSet/>
      <dgm:spPr/>
      <dgm:t>
        <a:bodyPr/>
        <a:lstStyle/>
        <a:p>
          <a:endParaRPr lang="en-US"/>
        </a:p>
      </dgm:t>
    </dgm:pt>
    <dgm:pt modelId="{4BF5FC87-F88F-42B4-A84C-F79B155C357E}" type="sibTrans" cxnId="{C097036C-9A52-46F5-B547-FBFA1C6DFF0D}">
      <dgm:prSet/>
      <dgm:spPr/>
      <dgm:t>
        <a:bodyPr/>
        <a:lstStyle/>
        <a:p>
          <a:endParaRPr lang="en-US"/>
        </a:p>
      </dgm:t>
    </dgm:pt>
    <dgm:pt modelId="{E9C8D3D6-5FBC-4C34-8C14-58954589A655}">
      <dgm:prSet/>
      <dgm:spPr/>
      <dgm:t>
        <a:bodyPr/>
        <a:lstStyle/>
        <a:p>
          <a:r>
            <a:rPr lang="en-US"/>
            <a:t>schnelleres Training</a:t>
          </a:r>
        </a:p>
      </dgm:t>
    </dgm:pt>
    <dgm:pt modelId="{AAD1D458-2528-42F2-BB23-9189D14ABB40}" type="parTrans" cxnId="{4169692B-2545-4FE0-AADC-BF93D7B4E1E0}">
      <dgm:prSet/>
      <dgm:spPr/>
      <dgm:t>
        <a:bodyPr/>
        <a:lstStyle/>
        <a:p>
          <a:endParaRPr lang="en-US"/>
        </a:p>
      </dgm:t>
    </dgm:pt>
    <dgm:pt modelId="{3EC4423F-7474-4F52-A258-2B1D40A78572}" type="sibTrans" cxnId="{4169692B-2545-4FE0-AADC-BF93D7B4E1E0}">
      <dgm:prSet/>
      <dgm:spPr/>
      <dgm:t>
        <a:bodyPr/>
        <a:lstStyle/>
        <a:p>
          <a:endParaRPr lang="en-US"/>
        </a:p>
      </dgm:t>
    </dgm:pt>
    <dgm:pt modelId="{2B07455D-AFF8-4DFD-AAAA-6A55C1293B03}" type="pres">
      <dgm:prSet presAssocID="{373BE997-199E-434C-AD45-B19500039CD2}" presName="linear" presStyleCnt="0">
        <dgm:presLayoutVars>
          <dgm:animLvl val="lvl"/>
          <dgm:resizeHandles val="exact"/>
        </dgm:presLayoutVars>
      </dgm:prSet>
      <dgm:spPr/>
    </dgm:pt>
    <dgm:pt modelId="{7371827E-0723-415C-9AA9-C8BDEE9A629C}" type="pres">
      <dgm:prSet presAssocID="{17EC61C8-7A34-4A0F-86ED-5382D31AB70B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99A6FC27-21C4-4BAF-894F-06D6DB02E821}" type="pres">
      <dgm:prSet presAssocID="{7683EDAB-AF6A-4242-9E28-CCC7C2F6D6A1}" presName="spacer" presStyleCnt="0"/>
      <dgm:spPr/>
    </dgm:pt>
    <dgm:pt modelId="{C23DED97-3944-416D-8E00-819D06F30DD8}" type="pres">
      <dgm:prSet presAssocID="{170F4C92-D757-4646-86A2-79ED68EF00F5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AE26B56A-919A-43D5-BF3B-3A833E300D7B}" type="pres">
      <dgm:prSet presAssocID="{C6F79D9D-8940-49F0-A903-F6E6FE139EC5}" presName="spacer" presStyleCnt="0"/>
      <dgm:spPr/>
    </dgm:pt>
    <dgm:pt modelId="{B9CBC7CC-E020-4854-AD95-4E1FD5EDBE90}" type="pres">
      <dgm:prSet presAssocID="{9AFED03D-3841-4DB3-B0D7-FA895009FB26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AD851DCF-1702-46C0-AFB2-BD6190AB76D6}" type="pres">
      <dgm:prSet presAssocID="{038D3A47-E44F-47E5-972A-05062CDA0C2A}" presName="spacer" presStyleCnt="0"/>
      <dgm:spPr/>
    </dgm:pt>
    <dgm:pt modelId="{B789E575-5407-40A5-A4FF-6F7CCCB991BF}" type="pres">
      <dgm:prSet presAssocID="{5AE552EF-1E57-450B-9F0A-78270430AEB9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48B4274D-FB81-4631-9800-FC5516BB7A7C}" type="pres">
      <dgm:prSet presAssocID="{A4E789C2-4AFF-4043-AD73-3C5C412A127D}" presName="spacer" presStyleCnt="0"/>
      <dgm:spPr/>
    </dgm:pt>
    <dgm:pt modelId="{121FDB8A-E2D4-44F4-AC1C-0BE7D295C284}" type="pres">
      <dgm:prSet presAssocID="{B14D184B-3EC1-469B-99F7-1B3D12E492C1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51AD1BC4-2223-4FBC-A27B-BA356C0BFBFB}" type="pres">
      <dgm:prSet presAssocID="{1CC6D9B7-30B7-42D7-A09D-84343A7C479D}" presName="spacer" presStyleCnt="0"/>
      <dgm:spPr/>
    </dgm:pt>
    <dgm:pt modelId="{03F9EBD7-F847-400E-A58B-4444B16FECE5}" type="pres">
      <dgm:prSet presAssocID="{997A4407-2A67-4078-916C-B555C2DC56B2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C239BC4A-1F70-4979-BC3F-7AC6351C52E8}" type="pres">
      <dgm:prSet presAssocID="{171FA9D0-9B76-4276-961A-B8678593B5AE}" presName="spacer" presStyleCnt="0"/>
      <dgm:spPr/>
    </dgm:pt>
    <dgm:pt modelId="{1425FB86-4461-4E70-80C3-EE5979476218}" type="pres">
      <dgm:prSet presAssocID="{E98B0922-8184-409E-980F-91D4BF4B847E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845C7C67-570E-40B1-AA8C-BDB83C656417}" type="pres">
      <dgm:prSet presAssocID="{4BF5FC87-F88F-42B4-A84C-F79B155C357E}" presName="spacer" presStyleCnt="0"/>
      <dgm:spPr/>
    </dgm:pt>
    <dgm:pt modelId="{2A4B6CAB-8996-4D75-A257-73B4834B9318}" type="pres">
      <dgm:prSet presAssocID="{E9C8D3D6-5FBC-4C34-8C14-58954589A655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D729A904-5919-4C91-9C12-F85A4A2D8DBD}" type="presOf" srcId="{E9C8D3D6-5FBC-4C34-8C14-58954589A655}" destId="{2A4B6CAB-8996-4D75-A257-73B4834B9318}" srcOrd="0" destOrd="0" presId="urn:microsoft.com/office/officeart/2005/8/layout/vList2"/>
    <dgm:cxn modelId="{002CCC14-BF71-4CA4-9EF4-D603DB183D74}" srcId="{373BE997-199E-434C-AD45-B19500039CD2}" destId="{170F4C92-D757-4646-86A2-79ED68EF00F5}" srcOrd="1" destOrd="0" parTransId="{030BBFD3-5948-4DC2-9D29-76C78913F9B8}" sibTransId="{C6F79D9D-8940-49F0-A903-F6E6FE139EC5}"/>
    <dgm:cxn modelId="{EC1ECF1B-A8CB-4D70-B701-77EC3D95FA8D}" type="presOf" srcId="{E98B0922-8184-409E-980F-91D4BF4B847E}" destId="{1425FB86-4461-4E70-80C3-EE5979476218}" srcOrd="0" destOrd="0" presId="urn:microsoft.com/office/officeart/2005/8/layout/vList2"/>
    <dgm:cxn modelId="{4169692B-2545-4FE0-AADC-BF93D7B4E1E0}" srcId="{373BE997-199E-434C-AD45-B19500039CD2}" destId="{E9C8D3D6-5FBC-4C34-8C14-58954589A655}" srcOrd="7" destOrd="0" parTransId="{AAD1D458-2528-42F2-BB23-9189D14ABB40}" sibTransId="{3EC4423F-7474-4F52-A258-2B1D40A78572}"/>
    <dgm:cxn modelId="{8CD80C5E-2FB6-43CF-8771-AC0706797679}" type="presOf" srcId="{170F4C92-D757-4646-86A2-79ED68EF00F5}" destId="{C23DED97-3944-416D-8E00-819D06F30DD8}" srcOrd="0" destOrd="0" presId="urn:microsoft.com/office/officeart/2005/8/layout/vList2"/>
    <dgm:cxn modelId="{B0271F67-08BE-4868-87E1-E4F1C8C3F80B}" type="presOf" srcId="{9AFED03D-3841-4DB3-B0D7-FA895009FB26}" destId="{B9CBC7CC-E020-4854-AD95-4E1FD5EDBE90}" srcOrd="0" destOrd="0" presId="urn:microsoft.com/office/officeart/2005/8/layout/vList2"/>
    <dgm:cxn modelId="{C097036C-9A52-46F5-B547-FBFA1C6DFF0D}" srcId="{373BE997-199E-434C-AD45-B19500039CD2}" destId="{E98B0922-8184-409E-980F-91D4BF4B847E}" srcOrd="6" destOrd="0" parTransId="{D632F23B-48AE-446E-84FB-9E7806555D9D}" sibTransId="{4BF5FC87-F88F-42B4-A84C-F79B155C357E}"/>
    <dgm:cxn modelId="{3D6B7473-8C28-4C2C-AEEA-5470548AB0FD}" srcId="{373BE997-199E-434C-AD45-B19500039CD2}" destId="{17EC61C8-7A34-4A0F-86ED-5382D31AB70B}" srcOrd="0" destOrd="0" parTransId="{B0C66914-07BB-44C9-A9E0-FFD70710B602}" sibTransId="{7683EDAB-AF6A-4242-9E28-CCC7C2F6D6A1}"/>
    <dgm:cxn modelId="{4D8DE054-086E-47BA-9BA3-53D1CE7AE39F}" type="presOf" srcId="{997A4407-2A67-4078-916C-B555C2DC56B2}" destId="{03F9EBD7-F847-400E-A58B-4444B16FECE5}" srcOrd="0" destOrd="0" presId="urn:microsoft.com/office/officeart/2005/8/layout/vList2"/>
    <dgm:cxn modelId="{C869FA74-1601-4C92-9554-B0D0E0CA725D}" srcId="{373BE997-199E-434C-AD45-B19500039CD2}" destId="{9AFED03D-3841-4DB3-B0D7-FA895009FB26}" srcOrd="2" destOrd="0" parTransId="{A598DB7C-AC77-423B-945E-34A52DD7448F}" sibTransId="{038D3A47-E44F-47E5-972A-05062CDA0C2A}"/>
    <dgm:cxn modelId="{1D070F86-AD3C-417E-8EDE-ACCDF40E5713}" type="presOf" srcId="{5AE552EF-1E57-450B-9F0A-78270430AEB9}" destId="{B789E575-5407-40A5-A4FF-6F7CCCB991BF}" srcOrd="0" destOrd="0" presId="urn:microsoft.com/office/officeart/2005/8/layout/vList2"/>
    <dgm:cxn modelId="{E05A2B90-695F-4841-BF5F-D987F59DF86D}" srcId="{373BE997-199E-434C-AD45-B19500039CD2}" destId="{997A4407-2A67-4078-916C-B555C2DC56B2}" srcOrd="5" destOrd="0" parTransId="{230485D8-DDA1-451C-81AF-CA8A307054EA}" sibTransId="{171FA9D0-9B76-4276-961A-B8678593B5AE}"/>
    <dgm:cxn modelId="{3D5F6194-7FAB-43F4-B8B1-404915F2DA0B}" srcId="{373BE997-199E-434C-AD45-B19500039CD2}" destId="{5AE552EF-1E57-450B-9F0A-78270430AEB9}" srcOrd="3" destOrd="0" parTransId="{E3519E01-8EC4-4408-885B-3CFBE9572D41}" sibTransId="{A4E789C2-4AFF-4043-AD73-3C5C412A127D}"/>
    <dgm:cxn modelId="{8EA78097-C8FE-43A6-995D-AAC35DCDFBF7}" type="presOf" srcId="{373BE997-199E-434C-AD45-B19500039CD2}" destId="{2B07455D-AFF8-4DFD-AAAA-6A55C1293B03}" srcOrd="0" destOrd="0" presId="urn:microsoft.com/office/officeart/2005/8/layout/vList2"/>
    <dgm:cxn modelId="{FA4F9FA7-90AB-4963-A4CD-4698DDC6AE14}" type="presOf" srcId="{B14D184B-3EC1-469B-99F7-1B3D12E492C1}" destId="{121FDB8A-E2D4-44F4-AC1C-0BE7D295C284}" srcOrd="0" destOrd="0" presId="urn:microsoft.com/office/officeart/2005/8/layout/vList2"/>
    <dgm:cxn modelId="{1A692BE6-ED8E-485E-B8B5-62A48C3F0576}" type="presOf" srcId="{17EC61C8-7A34-4A0F-86ED-5382D31AB70B}" destId="{7371827E-0723-415C-9AA9-C8BDEE9A629C}" srcOrd="0" destOrd="0" presId="urn:microsoft.com/office/officeart/2005/8/layout/vList2"/>
    <dgm:cxn modelId="{37D0DBF8-9DA0-4766-963D-6A2476CFE696}" srcId="{373BE997-199E-434C-AD45-B19500039CD2}" destId="{B14D184B-3EC1-469B-99F7-1B3D12E492C1}" srcOrd="4" destOrd="0" parTransId="{37C27899-F832-4D52-892B-576F447BDB53}" sibTransId="{1CC6D9B7-30B7-42D7-A09D-84343A7C479D}"/>
    <dgm:cxn modelId="{F9000DE3-04CF-43A4-8ECE-95D84EDA1DAB}" type="presParOf" srcId="{2B07455D-AFF8-4DFD-AAAA-6A55C1293B03}" destId="{7371827E-0723-415C-9AA9-C8BDEE9A629C}" srcOrd="0" destOrd="0" presId="urn:microsoft.com/office/officeart/2005/8/layout/vList2"/>
    <dgm:cxn modelId="{5BC481FE-FA66-4339-8C00-A7F9271CF91C}" type="presParOf" srcId="{2B07455D-AFF8-4DFD-AAAA-6A55C1293B03}" destId="{99A6FC27-21C4-4BAF-894F-06D6DB02E821}" srcOrd="1" destOrd="0" presId="urn:microsoft.com/office/officeart/2005/8/layout/vList2"/>
    <dgm:cxn modelId="{398E0DA5-316A-4B08-991E-AF71A3D2834B}" type="presParOf" srcId="{2B07455D-AFF8-4DFD-AAAA-6A55C1293B03}" destId="{C23DED97-3944-416D-8E00-819D06F30DD8}" srcOrd="2" destOrd="0" presId="urn:microsoft.com/office/officeart/2005/8/layout/vList2"/>
    <dgm:cxn modelId="{FC7EEE83-BA74-4328-A032-AEF1E2BA8C35}" type="presParOf" srcId="{2B07455D-AFF8-4DFD-AAAA-6A55C1293B03}" destId="{AE26B56A-919A-43D5-BF3B-3A833E300D7B}" srcOrd="3" destOrd="0" presId="urn:microsoft.com/office/officeart/2005/8/layout/vList2"/>
    <dgm:cxn modelId="{076353C8-108F-422B-B684-5184C1D42338}" type="presParOf" srcId="{2B07455D-AFF8-4DFD-AAAA-6A55C1293B03}" destId="{B9CBC7CC-E020-4854-AD95-4E1FD5EDBE90}" srcOrd="4" destOrd="0" presId="urn:microsoft.com/office/officeart/2005/8/layout/vList2"/>
    <dgm:cxn modelId="{65D28830-FCF2-4173-B7BC-97349F52127D}" type="presParOf" srcId="{2B07455D-AFF8-4DFD-AAAA-6A55C1293B03}" destId="{AD851DCF-1702-46C0-AFB2-BD6190AB76D6}" srcOrd="5" destOrd="0" presId="urn:microsoft.com/office/officeart/2005/8/layout/vList2"/>
    <dgm:cxn modelId="{C3308B8F-7B29-4E28-9E38-6009DE0662D4}" type="presParOf" srcId="{2B07455D-AFF8-4DFD-AAAA-6A55C1293B03}" destId="{B789E575-5407-40A5-A4FF-6F7CCCB991BF}" srcOrd="6" destOrd="0" presId="urn:microsoft.com/office/officeart/2005/8/layout/vList2"/>
    <dgm:cxn modelId="{814DD423-4FD0-43F2-B6CD-B03DCA4F1056}" type="presParOf" srcId="{2B07455D-AFF8-4DFD-AAAA-6A55C1293B03}" destId="{48B4274D-FB81-4631-9800-FC5516BB7A7C}" srcOrd="7" destOrd="0" presId="urn:microsoft.com/office/officeart/2005/8/layout/vList2"/>
    <dgm:cxn modelId="{39C8ADBC-8883-4497-9DFC-B21F59A33AA7}" type="presParOf" srcId="{2B07455D-AFF8-4DFD-AAAA-6A55C1293B03}" destId="{121FDB8A-E2D4-44F4-AC1C-0BE7D295C284}" srcOrd="8" destOrd="0" presId="urn:microsoft.com/office/officeart/2005/8/layout/vList2"/>
    <dgm:cxn modelId="{CD7363F4-7AE6-49FE-B6E8-73432BE63E26}" type="presParOf" srcId="{2B07455D-AFF8-4DFD-AAAA-6A55C1293B03}" destId="{51AD1BC4-2223-4FBC-A27B-BA356C0BFBFB}" srcOrd="9" destOrd="0" presId="urn:microsoft.com/office/officeart/2005/8/layout/vList2"/>
    <dgm:cxn modelId="{5EA03BB5-75AC-430E-917E-FCCC0FFA6430}" type="presParOf" srcId="{2B07455D-AFF8-4DFD-AAAA-6A55C1293B03}" destId="{03F9EBD7-F847-400E-A58B-4444B16FECE5}" srcOrd="10" destOrd="0" presId="urn:microsoft.com/office/officeart/2005/8/layout/vList2"/>
    <dgm:cxn modelId="{255F78F4-EDC3-4362-A41F-CAA1B4A92BC9}" type="presParOf" srcId="{2B07455D-AFF8-4DFD-AAAA-6A55C1293B03}" destId="{C239BC4A-1F70-4979-BC3F-7AC6351C52E8}" srcOrd="11" destOrd="0" presId="urn:microsoft.com/office/officeart/2005/8/layout/vList2"/>
    <dgm:cxn modelId="{077003CA-D8A1-44A1-AE83-56D217F22674}" type="presParOf" srcId="{2B07455D-AFF8-4DFD-AAAA-6A55C1293B03}" destId="{1425FB86-4461-4E70-80C3-EE5979476218}" srcOrd="12" destOrd="0" presId="urn:microsoft.com/office/officeart/2005/8/layout/vList2"/>
    <dgm:cxn modelId="{5C515351-7976-43CF-9FF3-B123CC4C6429}" type="presParOf" srcId="{2B07455D-AFF8-4DFD-AAAA-6A55C1293B03}" destId="{845C7C67-570E-40B1-AA8C-BDB83C656417}" srcOrd="13" destOrd="0" presId="urn:microsoft.com/office/officeart/2005/8/layout/vList2"/>
    <dgm:cxn modelId="{1AEE932B-856E-4867-B944-0347E6DC0C5A}" type="presParOf" srcId="{2B07455D-AFF8-4DFD-AAAA-6A55C1293B03}" destId="{2A4B6CAB-8996-4D75-A257-73B4834B9318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FF68A59-F3A7-4445-BF01-8AC361FD51D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A789CB9-5622-49DA-9F9B-4E1E7BA2DEDF}">
      <dgm:prSet/>
      <dgm:spPr/>
      <dgm:t>
        <a:bodyPr/>
        <a:lstStyle/>
        <a:p>
          <a:r>
            <a:rPr lang="en-US"/>
            <a:t>Klassisch: einfach, aber limitiert </a:t>
          </a:r>
        </a:p>
      </dgm:t>
    </dgm:pt>
    <dgm:pt modelId="{6F3FF10C-F070-41CA-87AE-150896047CF5}" type="parTrans" cxnId="{06328D33-E0A2-4CB5-91A6-B4356566853E}">
      <dgm:prSet/>
      <dgm:spPr/>
      <dgm:t>
        <a:bodyPr/>
        <a:lstStyle/>
        <a:p>
          <a:endParaRPr lang="en-US"/>
        </a:p>
      </dgm:t>
    </dgm:pt>
    <dgm:pt modelId="{6A8A8804-72CE-4302-A9AB-EA3F7F5168D5}" type="sibTrans" cxnId="{06328D33-E0A2-4CB5-91A6-B4356566853E}">
      <dgm:prSet/>
      <dgm:spPr/>
      <dgm:t>
        <a:bodyPr/>
        <a:lstStyle/>
        <a:p>
          <a:endParaRPr lang="en-US"/>
        </a:p>
      </dgm:t>
    </dgm:pt>
    <dgm:pt modelId="{F45270E7-BC09-420A-AC18-1A35C423C6BF}">
      <dgm:prSet/>
      <dgm:spPr/>
      <dgm:t>
        <a:bodyPr/>
        <a:lstStyle/>
        <a:p>
          <a:r>
            <a:rPr lang="en-US"/>
            <a:t>Modern: stabil, glatt, lernfähig </a:t>
          </a:r>
        </a:p>
      </dgm:t>
    </dgm:pt>
    <dgm:pt modelId="{F7949097-48D4-4C90-9BDE-E18CEA5FDB20}" type="parTrans" cxnId="{D2459DF6-1F9A-456D-8950-08DD6999AD3F}">
      <dgm:prSet/>
      <dgm:spPr/>
      <dgm:t>
        <a:bodyPr/>
        <a:lstStyle/>
        <a:p>
          <a:endParaRPr lang="en-US"/>
        </a:p>
      </dgm:t>
    </dgm:pt>
    <dgm:pt modelId="{B307460D-10E9-4826-AC38-43E2EBAE185C}" type="sibTrans" cxnId="{D2459DF6-1F9A-456D-8950-08DD6999AD3F}">
      <dgm:prSet/>
      <dgm:spPr/>
      <dgm:t>
        <a:bodyPr/>
        <a:lstStyle/>
        <a:p>
          <a:endParaRPr lang="en-US"/>
        </a:p>
      </dgm:t>
    </dgm:pt>
    <dgm:pt modelId="{BFC91BA9-E21C-4EE9-A6D5-31C857073DC8}">
      <dgm:prSet/>
      <dgm:spPr/>
      <dgm:t>
        <a:bodyPr/>
        <a:lstStyle/>
        <a:p>
          <a:r>
            <a:rPr lang="en-US"/>
            <a:t>Trend: </a:t>
          </a:r>
          <a:r>
            <a:rPr lang="en-US" b="1"/>
            <a:t>lernbare oder adaptive Aktivierungen</a:t>
          </a:r>
          <a:endParaRPr lang="en-US"/>
        </a:p>
      </dgm:t>
    </dgm:pt>
    <dgm:pt modelId="{7ACB38FF-2E87-4DE2-8E87-5B760CEAD081}" type="parTrans" cxnId="{4DDC178B-BD21-4DB6-A18F-DE48A2C588C8}">
      <dgm:prSet/>
      <dgm:spPr/>
      <dgm:t>
        <a:bodyPr/>
        <a:lstStyle/>
        <a:p>
          <a:endParaRPr lang="en-US"/>
        </a:p>
      </dgm:t>
    </dgm:pt>
    <dgm:pt modelId="{96CEB605-4F8E-4659-9567-7CD439D70743}" type="sibTrans" cxnId="{4DDC178B-BD21-4DB6-A18F-DE48A2C588C8}">
      <dgm:prSet/>
      <dgm:spPr/>
      <dgm:t>
        <a:bodyPr/>
        <a:lstStyle/>
        <a:p>
          <a:endParaRPr lang="en-US"/>
        </a:p>
      </dgm:t>
    </dgm:pt>
    <dgm:pt modelId="{D93BD0FF-E58A-43C7-BC6C-47A61B4FB88A}" type="pres">
      <dgm:prSet presAssocID="{CFF68A59-F3A7-4445-BF01-8AC361FD51D5}" presName="root" presStyleCnt="0">
        <dgm:presLayoutVars>
          <dgm:dir/>
          <dgm:resizeHandles val="exact"/>
        </dgm:presLayoutVars>
      </dgm:prSet>
      <dgm:spPr/>
    </dgm:pt>
    <dgm:pt modelId="{0C7BA893-6B15-450D-9230-C001C829F8E2}" type="pres">
      <dgm:prSet presAssocID="{3A789CB9-5622-49DA-9F9B-4E1E7BA2DEDF}" presName="compNode" presStyleCnt="0"/>
      <dgm:spPr/>
    </dgm:pt>
    <dgm:pt modelId="{9D973090-EE88-425F-80DE-73D16CA7F25D}" type="pres">
      <dgm:prSet presAssocID="{3A789CB9-5622-49DA-9F9B-4E1E7BA2DEDF}" presName="bgRect" presStyleLbl="bgShp" presStyleIdx="0" presStyleCnt="3"/>
      <dgm:spPr/>
    </dgm:pt>
    <dgm:pt modelId="{FBC3AF10-7FEC-4BB6-AEE1-8D571F43846D}" type="pres">
      <dgm:prSet presAssocID="{3A789CB9-5622-49DA-9F9B-4E1E7BA2DED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mpagner"/>
        </a:ext>
      </dgm:extLst>
    </dgm:pt>
    <dgm:pt modelId="{373A130E-D3AC-4830-9F8D-F6028EC495E3}" type="pres">
      <dgm:prSet presAssocID="{3A789CB9-5622-49DA-9F9B-4E1E7BA2DEDF}" presName="spaceRect" presStyleCnt="0"/>
      <dgm:spPr/>
    </dgm:pt>
    <dgm:pt modelId="{2ABB8DF3-A93C-4692-95E6-97538CDA696D}" type="pres">
      <dgm:prSet presAssocID="{3A789CB9-5622-49DA-9F9B-4E1E7BA2DEDF}" presName="parTx" presStyleLbl="revTx" presStyleIdx="0" presStyleCnt="3">
        <dgm:presLayoutVars>
          <dgm:chMax val="0"/>
          <dgm:chPref val="0"/>
        </dgm:presLayoutVars>
      </dgm:prSet>
      <dgm:spPr/>
    </dgm:pt>
    <dgm:pt modelId="{7A5CA80A-5C6D-4EEA-8EA3-99E8AA92D0A0}" type="pres">
      <dgm:prSet presAssocID="{6A8A8804-72CE-4302-A9AB-EA3F7F5168D5}" presName="sibTrans" presStyleCnt="0"/>
      <dgm:spPr/>
    </dgm:pt>
    <dgm:pt modelId="{BAC51BD4-DE6A-4445-B6AF-5961106863A7}" type="pres">
      <dgm:prSet presAssocID="{F45270E7-BC09-420A-AC18-1A35C423C6BF}" presName="compNode" presStyleCnt="0"/>
      <dgm:spPr/>
    </dgm:pt>
    <dgm:pt modelId="{5E9790C7-962A-4E6F-9124-13EA0058596D}" type="pres">
      <dgm:prSet presAssocID="{F45270E7-BC09-420A-AC18-1A35C423C6BF}" presName="bgRect" presStyleLbl="bgShp" presStyleIdx="1" presStyleCnt="3"/>
      <dgm:spPr/>
    </dgm:pt>
    <dgm:pt modelId="{BEA34F4F-654C-4159-A3F1-84246D752077}" type="pres">
      <dgm:prSet presAssocID="{F45270E7-BC09-420A-AC18-1A35C423C6B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"/>
        </a:ext>
      </dgm:extLst>
    </dgm:pt>
    <dgm:pt modelId="{F71E2DDD-D8D9-4850-B7DF-37E7B0C509C8}" type="pres">
      <dgm:prSet presAssocID="{F45270E7-BC09-420A-AC18-1A35C423C6BF}" presName="spaceRect" presStyleCnt="0"/>
      <dgm:spPr/>
    </dgm:pt>
    <dgm:pt modelId="{C1A562CD-4D6A-4623-8127-0CB26DA9ED2F}" type="pres">
      <dgm:prSet presAssocID="{F45270E7-BC09-420A-AC18-1A35C423C6BF}" presName="parTx" presStyleLbl="revTx" presStyleIdx="1" presStyleCnt="3">
        <dgm:presLayoutVars>
          <dgm:chMax val="0"/>
          <dgm:chPref val="0"/>
        </dgm:presLayoutVars>
      </dgm:prSet>
      <dgm:spPr/>
    </dgm:pt>
    <dgm:pt modelId="{EA7DD7FE-B9B1-4CC7-82A3-9AD9F4B363FB}" type="pres">
      <dgm:prSet presAssocID="{B307460D-10E9-4826-AC38-43E2EBAE185C}" presName="sibTrans" presStyleCnt="0"/>
      <dgm:spPr/>
    </dgm:pt>
    <dgm:pt modelId="{684141B3-1A47-4C66-B95D-F090FDBFD5F7}" type="pres">
      <dgm:prSet presAssocID="{BFC91BA9-E21C-4EE9-A6D5-31C857073DC8}" presName="compNode" presStyleCnt="0"/>
      <dgm:spPr/>
    </dgm:pt>
    <dgm:pt modelId="{42ABE026-AA88-402A-AB8F-6D1AA50FCFF0}" type="pres">
      <dgm:prSet presAssocID="{BFC91BA9-E21C-4EE9-A6D5-31C857073DC8}" presName="bgRect" presStyleLbl="bgShp" presStyleIdx="2" presStyleCnt="3"/>
      <dgm:spPr/>
    </dgm:pt>
    <dgm:pt modelId="{9A0D7375-5542-41C1-B6D5-66B868B3D7A9}" type="pres">
      <dgm:prSet presAssocID="{BFC91BA9-E21C-4EE9-A6D5-31C857073DC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ken"/>
        </a:ext>
      </dgm:extLst>
    </dgm:pt>
    <dgm:pt modelId="{73E11001-3456-40A6-A705-387AA7DA2ADC}" type="pres">
      <dgm:prSet presAssocID="{BFC91BA9-E21C-4EE9-A6D5-31C857073DC8}" presName="spaceRect" presStyleCnt="0"/>
      <dgm:spPr/>
    </dgm:pt>
    <dgm:pt modelId="{05295BA5-17B2-4639-BAE2-E0DD98527054}" type="pres">
      <dgm:prSet presAssocID="{BFC91BA9-E21C-4EE9-A6D5-31C857073DC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6328D33-E0A2-4CB5-91A6-B4356566853E}" srcId="{CFF68A59-F3A7-4445-BF01-8AC361FD51D5}" destId="{3A789CB9-5622-49DA-9F9B-4E1E7BA2DEDF}" srcOrd="0" destOrd="0" parTransId="{6F3FF10C-F070-41CA-87AE-150896047CF5}" sibTransId="{6A8A8804-72CE-4302-A9AB-EA3F7F5168D5}"/>
    <dgm:cxn modelId="{8333735D-EE52-4EE2-BB30-0BF296A307DD}" type="presOf" srcId="{CFF68A59-F3A7-4445-BF01-8AC361FD51D5}" destId="{D93BD0FF-E58A-43C7-BC6C-47A61B4FB88A}" srcOrd="0" destOrd="0" presId="urn:microsoft.com/office/officeart/2018/2/layout/IconVerticalSolidList"/>
    <dgm:cxn modelId="{9917D665-067B-4ED2-811C-65A7904ED601}" type="presOf" srcId="{F45270E7-BC09-420A-AC18-1A35C423C6BF}" destId="{C1A562CD-4D6A-4623-8127-0CB26DA9ED2F}" srcOrd="0" destOrd="0" presId="urn:microsoft.com/office/officeart/2018/2/layout/IconVerticalSolidList"/>
    <dgm:cxn modelId="{7408F76B-AFCD-449B-A56D-D5DBFA1679EE}" type="presOf" srcId="{BFC91BA9-E21C-4EE9-A6D5-31C857073DC8}" destId="{05295BA5-17B2-4639-BAE2-E0DD98527054}" srcOrd="0" destOrd="0" presId="urn:microsoft.com/office/officeart/2018/2/layout/IconVerticalSolidList"/>
    <dgm:cxn modelId="{4A48FE81-CB1D-47DB-B2F0-2D4824673689}" type="presOf" srcId="{3A789CB9-5622-49DA-9F9B-4E1E7BA2DEDF}" destId="{2ABB8DF3-A93C-4692-95E6-97538CDA696D}" srcOrd="0" destOrd="0" presId="urn:microsoft.com/office/officeart/2018/2/layout/IconVerticalSolidList"/>
    <dgm:cxn modelId="{4DDC178B-BD21-4DB6-A18F-DE48A2C588C8}" srcId="{CFF68A59-F3A7-4445-BF01-8AC361FD51D5}" destId="{BFC91BA9-E21C-4EE9-A6D5-31C857073DC8}" srcOrd="2" destOrd="0" parTransId="{7ACB38FF-2E87-4DE2-8E87-5B760CEAD081}" sibTransId="{96CEB605-4F8E-4659-9567-7CD439D70743}"/>
    <dgm:cxn modelId="{D2459DF6-1F9A-456D-8950-08DD6999AD3F}" srcId="{CFF68A59-F3A7-4445-BF01-8AC361FD51D5}" destId="{F45270E7-BC09-420A-AC18-1A35C423C6BF}" srcOrd="1" destOrd="0" parTransId="{F7949097-48D4-4C90-9BDE-E18CEA5FDB20}" sibTransId="{B307460D-10E9-4826-AC38-43E2EBAE185C}"/>
    <dgm:cxn modelId="{E9100722-792D-4C98-AB11-16ED0C13F107}" type="presParOf" srcId="{D93BD0FF-E58A-43C7-BC6C-47A61B4FB88A}" destId="{0C7BA893-6B15-450D-9230-C001C829F8E2}" srcOrd="0" destOrd="0" presId="urn:microsoft.com/office/officeart/2018/2/layout/IconVerticalSolidList"/>
    <dgm:cxn modelId="{7B1FD5F6-F0E3-4E2E-88C6-019A87DC976D}" type="presParOf" srcId="{0C7BA893-6B15-450D-9230-C001C829F8E2}" destId="{9D973090-EE88-425F-80DE-73D16CA7F25D}" srcOrd="0" destOrd="0" presId="urn:microsoft.com/office/officeart/2018/2/layout/IconVerticalSolidList"/>
    <dgm:cxn modelId="{942CD4D6-9953-489F-9B88-7DDCE34B7323}" type="presParOf" srcId="{0C7BA893-6B15-450D-9230-C001C829F8E2}" destId="{FBC3AF10-7FEC-4BB6-AEE1-8D571F43846D}" srcOrd="1" destOrd="0" presId="urn:microsoft.com/office/officeart/2018/2/layout/IconVerticalSolidList"/>
    <dgm:cxn modelId="{75BA0DF2-CB08-4C73-A0BD-F6D9A1CD78E4}" type="presParOf" srcId="{0C7BA893-6B15-450D-9230-C001C829F8E2}" destId="{373A130E-D3AC-4830-9F8D-F6028EC495E3}" srcOrd="2" destOrd="0" presId="urn:microsoft.com/office/officeart/2018/2/layout/IconVerticalSolidList"/>
    <dgm:cxn modelId="{9D9A9237-E570-4F5C-A7BD-708DE811E8C4}" type="presParOf" srcId="{0C7BA893-6B15-450D-9230-C001C829F8E2}" destId="{2ABB8DF3-A93C-4692-95E6-97538CDA696D}" srcOrd="3" destOrd="0" presId="urn:microsoft.com/office/officeart/2018/2/layout/IconVerticalSolidList"/>
    <dgm:cxn modelId="{9635EBD8-4983-418E-A83C-D45B34F9EC11}" type="presParOf" srcId="{D93BD0FF-E58A-43C7-BC6C-47A61B4FB88A}" destId="{7A5CA80A-5C6D-4EEA-8EA3-99E8AA92D0A0}" srcOrd="1" destOrd="0" presId="urn:microsoft.com/office/officeart/2018/2/layout/IconVerticalSolidList"/>
    <dgm:cxn modelId="{F59BA573-1202-44F4-AF93-BA2DDE8A0753}" type="presParOf" srcId="{D93BD0FF-E58A-43C7-BC6C-47A61B4FB88A}" destId="{BAC51BD4-DE6A-4445-B6AF-5961106863A7}" srcOrd="2" destOrd="0" presId="urn:microsoft.com/office/officeart/2018/2/layout/IconVerticalSolidList"/>
    <dgm:cxn modelId="{71520B2E-55A6-4057-B37E-DD2F804F6DF5}" type="presParOf" srcId="{BAC51BD4-DE6A-4445-B6AF-5961106863A7}" destId="{5E9790C7-962A-4E6F-9124-13EA0058596D}" srcOrd="0" destOrd="0" presId="urn:microsoft.com/office/officeart/2018/2/layout/IconVerticalSolidList"/>
    <dgm:cxn modelId="{1AA593FA-FEDC-463B-927A-F06C2635CFF6}" type="presParOf" srcId="{BAC51BD4-DE6A-4445-B6AF-5961106863A7}" destId="{BEA34F4F-654C-4159-A3F1-84246D752077}" srcOrd="1" destOrd="0" presId="urn:microsoft.com/office/officeart/2018/2/layout/IconVerticalSolidList"/>
    <dgm:cxn modelId="{3321F04C-22AA-40BC-B998-35B423A8DE5E}" type="presParOf" srcId="{BAC51BD4-DE6A-4445-B6AF-5961106863A7}" destId="{F71E2DDD-D8D9-4850-B7DF-37E7B0C509C8}" srcOrd="2" destOrd="0" presId="urn:microsoft.com/office/officeart/2018/2/layout/IconVerticalSolidList"/>
    <dgm:cxn modelId="{0F9C48E2-BED8-42CE-BC67-EFFE06451099}" type="presParOf" srcId="{BAC51BD4-DE6A-4445-B6AF-5961106863A7}" destId="{C1A562CD-4D6A-4623-8127-0CB26DA9ED2F}" srcOrd="3" destOrd="0" presId="urn:microsoft.com/office/officeart/2018/2/layout/IconVerticalSolidList"/>
    <dgm:cxn modelId="{7106322D-C584-47D7-8CEA-BAAB08A03269}" type="presParOf" srcId="{D93BD0FF-E58A-43C7-BC6C-47A61B4FB88A}" destId="{EA7DD7FE-B9B1-4CC7-82A3-9AD9F4B363FB}" srcOrd="3" destOrd="0" presId="urn:microsoft.com/office/officeart/2018/2/layout/IconVerticalSolidList"/>
    <dgm:cxn modelId="{69776DC0-1205-4673-B355-001C7DE3250D}" type="presParOf" srcId="{D93BD0FF-E58A-43C7-BC6C-47A61B4FB88A}" destId="{684141B3-1A47-4C66-B95D-F090FDBFD5F7}" srcOrd="4" destOrd="0" presId="urn:microsoft.com/office/officeart/2018/2/layout/IconVerticalSolidList"/>
    <dgm:cxn modelId="{18EA44A4-B830-4D54-BEBA-EE3D267FF2A4}" type="presParOf" srcId="{684141B3-1A47-4C66-B95D-F090FDBFD5F7}" destId="{42ABE026-AA88-402A-AB8F-6D1AA50FCFF0}" srcOrd="0" destOrd="0" presId="urn:microsoft.com/office/officeart/2018/2/layout/IconVerticalSolidList"/>
    <dgm:cxn modelId="{150B5062-4E69-45B0-9B8E-A1F518E7AB99}" type="presParOf" srcId="{684141B3-1A47-4C66-B95D-F090FDBFD5F7}" destId="{9A0D7375-5542-41C1-B6D5-66B868B3D7A9}" srcOrd="1" destOrd="0" presId="urn:microsoft.com/office/officeart/2018/2/layout/IconVerticalSolidList"/>
    <dgm:cxn modelId="{26726464-626E-455D-A59A-98C943C77969}" type="presParOf" srcId="{684141B3-1A47-4C66-B95D-F090FDBFD5F7}" destId="{73E11001-3456-40A6-A705-387AA7DA2ADC}" srcOrd="2" destOrd="0" presId="urn:microsoft.com/office/officeart/2018/2/layout/IconVerticalSolidList"/>
    <dgm:cxn modelId="{E9D2E415-F876-4EF2-A780-AD7336D399A7}" type="presParOf" srcId="{684141B3-1A47-4C66-B95D-F090FDBFD5F7}" destId="{05295BA5-17B2-4639-BAE2-E0DD985270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0C43F-DE13-4109-8877-0484BD972158}">
      <dsp:nvSpPr>
        <dsp:cNvPr id="0" name=""/>
        <dsp:cNvSpPr/>
      </dsp:nvSpPr>
      <dsp:spPr>
        <a:xfrm>
          <a:off x="0" y="189288"/>
          <a:ext cx="6602154" cy="9827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err="1">
              <a:ea typeface="+mn-ea"/>
              <a:cs typeface="+mn-cs"/>
            </a:rPr>
            <a:t>Aktivierungsfunktionen</a:t>
          </a:r>
          <a:r>
            <a:rPr lang="en-US" sz="2400" kern="1200">
              <a:ea typeface="+mn-ea"/>
              <a:cs typeface="+mn-cs"/>
            </a:rPr>
            <a:t> </a:t>
          </a:r>
          <a:r>
            <a:rPr lang="en-US" sz="2400" kern="1200" err="1">
              <a:ea typeface="+mn-ea"/>
              <a:cs typeface="+mn-cs"/>
            </a:rPr>
            <a:t>bestimmen</a:t>
          </a:r>
          <a:r>
            <a:rPr lang="en-US" sz="2400" kern="1200">
              <a:ea typeface="+mn-ea"/>
              <a:cs typeface="+mn-cs"/>
            </a:rPr>
            <a:t>, </a:t>
          </a:r>
          <a:r>
            <a:rPr lang="en-US" sz="2400" b="0" kern="1200">
              <a:latin typeface="Neue Haas Grotesk Text Pro"/>
              <a:ea typeface="+mn-ea"/>
              <a:cs typeface="+mn-cs"/>
            </a:rPr>
            <a:t>              </a:t>
          </a:r>
          <a:r>
            <a:rPr lang="en-US" sz="2400" b="1" kern="1200" err="1">
              <a:ea typeface="+mn-ea"/>
              <a:cs typeface="+mn-cs"/>
            </a:rPr>
            <a:t>wie</a:t>
          </a:r>
          <a:r>
            <a:rPr lang="en-US" sz="2400" b="1" kern="1200">
              <a:ea typeface="+mn-ea"/>
              <a:cs typeface="+mn-cs"/>
            </a:rPr>
            <a:t> stark </a:t>
          </a:r>
          <a:r>
            <a:rPr lang="en-US" sz="2400" b="1" kern="1200" err="1">
              <a:ea typeface="+mn-ea"/>
              <a:cs typeface="+mn-cs"/>
            </a:rPr>
            <a:t>ein</a:t>
          </a:r>
          <a:r>
            <a:rPr lang="en-US" sz="2400" b="1" kern="1200">
              <a:ea typeface="+mn-ea"/>
              <a:cs typeface="+mn-cs"/>
            </a:rPr>
            <a:t> Neuron „</a:t>
          </a:r>
          <a:r>
            <a:rPr lang="en-US" sz="2400" b="1" kern="1200" err="1">
              <a:ea typeface="+mn-ea"/>
              <a:cs typeface="+mn-cs"/>
            </a:rPr>
            <a:t>feuert</a:t>
          </a:r>
          <a:r>
            <a:rPr lang="en-US" sz="2400" b="1" kern="1200">
              <a:ea typeface="+mn-ea"/>
              <a:cs typeface="+mn-cs"/>
            </a:rPr>
            <a:t>“</a:t>
          </a:r>
          <a:r>
            <a:rPr lang="en-US" sz="2400" kern="1200">
              <a:ea typeface="+mn-ea"/>
              <a:cs typeface="+mn-cs"/>
            </a:rPr>
            <a:t> </a:t>
          </a:r>
        </a:p>
      </dsp:txBody>
      <dsp:txXfrm>
        <a:off x="47976" y="237264"/>
        <a:ext cx="6506202" cy="886847"/>
      </dsp:txXfrm>
    </dsp:sp>
    <dsp:sp modelId="{798B891A-76B2-4400-B24F-AE3CF56D540F}">
      <dsp:nvSpPr>
        <dsp:cNvPr id="0" name=""/>
        <dsp:cNvSpPr/>
      </dsp:nvSpPr>
      <dsp:spPr>
        <a:xfrm>
          <a:off x="0" y="1241208"/>
          <a:ext cx="6602154" cy="982799"/>
        </a:xfrm>
        <a:prstGeom prst="roundRect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ea typeface="+mn-ea"/>
              <a:cs typeface="+mn-cs"/>
            </a:rPr>
            <a:t>Sie </a:t>
          </a:r>
          <a:r>
            <a:rPr lang="en-US" sz="2400" kern="1200" err="1">
              <a:ea typeface="+mn-ea"/>
              <a:cs typeface="+mn-cs"/>
            </a:rPr>
            <a:t>machen</a:t>
          </a:r>
          <a:r>
            <a:rPr lang="en-US" sz="2400" kern="1200">
              <a:ea typeface="+mn-ea"/>
              <a:cs typeface="+mn-cs"/>
            </a:rPr>
            <a:t> </a:t>
          </a:r>
          <a:r>
            <a:rPr lang="en-US" sz="2400" kern="1200" err="1">
              <a:ea typeface="+mn-ea"/>
              <a:cs typeface="+mn-cs"/>
            </a:rPr>
            <a:t>neuronale</a:t>
          </a:r>
          <a:r>
            <a:rPr lang="en-US" sz="2400" kern="1200">
              <a:ea typeface="+mn-ea"/>
              <a:cs typeface="+mn-cs"/>
            </a:rPr>
            <a:t> </a:t>
          </a:r>
          <a:r>
            <a:rPr lang="en-US" sz="2400" kern="1200" err="1">
              <a:ea typeface="+mn-ea"/>
              <a:cs typeface="+mn-cs"/>
            </a:rPr>
            <a:t>Netze</a:t>
          </a:r>
          <a:r>
            <a:rPr lang="en-US" sz="2400" kern="1200">
              <a:ea typeface="+mn-ea"/>
              <a:cs typeface="+mn-cs"/>
            </a:rPr>
            <a:t> </a:t>
          </a:r>
          <a:r>
            <a:rPr lang="en-US" sz="2400" b="1" kern="1200">
              <a:ea typeface="+mn-ea"/>
              <a:cs typeface="+mn-cs"/>
            </a:rPr>
            <a:t>nicht-linear</a:t>
          </a:r>
          <a:r>
            <a:rPr lang="en-US" sz="2400" kern="1200">
              <a:ea typeface="+mn-ea"/>
              <a:cs typeface="+mn-cs"/>
            </a:rPr>
            <a:t> </a:t>
          </a:r>
        </a:p>
      </dsp:txBody>
      <dsp:txXfrm>
        <a:off x="47976" y="1289184"/>
        <a:ext cx="6506202" cy="886847"/>
      </dsp:txXfrm>
    </dsp:sp>
    <dsp:sp modelId="{2FD16C5B-5651-42B1-B932-15C329897938}">
      <dsp:nvSpPr>
        <dsp:cNvPr id="0" name=""/>
        <dsp:cNvSpPr/>
      </dsp:nvSpPr>
      <dsp:spPr>
        <a:xfrm>
          <a:off x="0" y="2293128"/>
          <a:ext cx="6602154" cy="982799"/>
        </a:xfrm>
        <a:prstGeom prst="roundRect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err="1">
              <a:ea typeface="+mn-ea"/>
              <a:cs typeface="+mn-cs"/>
            </a:rPr>
            <a:t>Ohne</a:t>
          </a:r>
          <a:r>
            <a:rPr lang="en-US" sz="2400" kern="1200">
              <a:ea typeface="+mn-ea"/>
              <a:cs typeface="+mn-cs"/>
            </a:rPr>
            <a:t> </a:t>
          </a:r>
          <a:r>
            <a:rPr lang="en-US" sz="2400" kern="1200" err="1">
              <a:ea typeface="+mn-ea"/>
              <a:cs typeface="+mn-cs"/>
            </a:rPr>
            <a:t>sie</a:t>
          </a:r>
          <a:r>
            <a:rPr lang="en-US" sz="2400" kern="1200">
              <a:ea typeface="+mn-ea"/>
              <a:cs typeface="+mn-cs"/>
            </a:rPr>
            <a:t> </a:t>
          </a:r>
          <a:r>
            <a:rPr lang="en-US" sz="2400" kern="1200" err="1">
              <a:ea typeface="+mn-ea"/>
              <a:cs typeface="+mn-cs"/>
            </a:rPr>
            <a:t>wäre</a:t>
          </a:r>
          <a:r>
            <a:rPr lang="en-US" sz="2400" kern="1200">
              <a:ea typeface="+mn-ea"/>
              <a:cs typeface="+mn-cs"/>
            </a:rPr>
            <a:t> </a:t>
          </a:r>
          <a:r>
            <a:rPr lang="en-US" sz="2400" kern="1200" err="1">
              <a:ea typeface="+mn-ea"/>
              <a:cs typeface="+mn-cs"/>
            </a:rPr>
            <a:t>ein</a:t>
          </a:r>
          <a:r>
            <a:rPr lang="en-US" sz="2400" kern="1200">
              <a:ea typeface="+mn-ea"/>
              <a:cs typeface="+mn-cs"/>
            </a:rPr>
            <a:t> </a:t>
          </a:r>
          <a:r>
            <a:rPr lang="en-US" sz="2400" kern="1200" err="1">
              <a:ea typeface="+mn-ea"/>
              <a:cs typeface="+mn-cs"/>
            </a:rPr>
            <a:t>Netzwerk</a:t>
          </a:r>
          <a:r>
            <a:rPr lang="en-US" sz="2400" kern="1200">
              <a:ea typeface="+mn-ea"/>
              <a:cs typeface="+mn-cs"/>
            </a:rPr>
            <a:t> </a:t>
          </a:r>
          <a:r>
            <a:rPr lang="en-US" sz="2400" kern="1200" err="1">
              <a:ea typeface="+mn-ea"/>
              <a:cs typeface="+mn-cs"/>
            </a:rPr>
            <a:t>nur</a:t>
          </a:r>
          <a:r>
            <a:rPr lang="en-US" sz="2400" kern="1200">
              <a:ea typeface="+mn-ea"/>
              <a:cs typeface="+mn-cs"/>
            </a:rPr>
            <a:t> </a:t>
          </a:r>
          <a:r>
            <a:rPr lang="en-US" sz="2400" kern="1200" err="1">
              <a:ea typeface="+mn-ea"/>
              <a:cs typeface="+mn-cs"/>
            </a:rPr>
            <a:t>eine</a:t>
          </a:r>
          <a:r>
            <a:rPr lang="en-US" sz="2400" kern="1200">
              <a:ea typeface="+mn-ea"/>
              <a:cs typeface="+mn-cs"/>
            </a:rPr>
            <a:t> </a:t>
          </a:r>
          <a:r>
            <a:rPr lang="en-US" sz="2400" kern="1200" err="1">
              <a:ea typeface="+mn-ea"/>
              <a:cs typeface="+mn-cs"/>
            </a:rPr>
            <a:t>lineare</a:t>
          </a:r>
          <a:r>
            <a:rPr lang="en-US" sz="2400" kern="1200">
              <a:ea typeface="+mn-ea"/>
              <a:cs typeface="+mn-cs"/>
            </a:rPr>
            <a:t> </a:t>
          </a:r>
          <a:r>
            <a:rPr lang="en-US" sz="2400" kern="1200" err="1">
              <a:ea typeface="+mn-ea"/>
              <a:cs typeface="+mn-cs"/>
            </a:rPr>
            <a:t>Funktion</a:t>
          </a:r>
          <a:r>
            <a:rPr lang="en-US" sz="2400" kern="1200">
              <a:ea typeface="+mn-ea"/>
              <a:cs typeface="+mn-cs"/>
            </a:rPr>
            <a:t> </a:t>
          </a:r>
        </a:p>
      </dsp:txBody>
      <dsp:txXfrm>
        <a:off x="47976" y="2341104"/>
        <a:ext cx="6506202" cy="886847"/>
      </dsp:txXfrm>
    </dsp:sp>
    <dsp:sp modelId="{067B1DCE-0BDA-4EA9-9EEC-5C9548C30BDD}">
      <dsp:nvSpPr>
        <dsp:cNvPr id="0" name=""/>
        <dsp:cNvSpPr/>
      </dsp:nvSpPr>
      <dsp:spPr>
        <a:xfrm>
          <a:off x="0" y="3345048"/>
          <a:ext cx="6602154" cy="982799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err="1">
              <a:ea typeface="+mn-ea"/>
              <a:cs typeface="+mn-cs"/>
            </a:rPr>
            <a:t>Wichtig</a:t>
          </a:r>
          <a:r>
            <a:rPr lang="en-US" sz="2400" kern="1200">
              <a:latin typeface="Neue Haas Grotesk Text Pro"/>
              <a:ea typeface="+mn-ea"/>
              <a:cs typeface="+mn-cs"/>
            </a:rPr>
            <a:t>:</a:t>
          </a:r>
          <a:r>
            <a:rPr lang="en-US" sz="2400" kern="1200">
              <a:ea typeface="+mn-ea"/>
              <a:cs typeface="+mn-cs"/>
            </a:rPr>
            <a:t> </a:t>
          </a:r>
          <a:r>
            <a:rPr lang="en-US" sz="2400" kern="1200">
              <a:latin typeface="Neue Haas Grotesk Text Pro"/>
              <a:ea typeface="+mn-ea"/>
              <a:cs typeface="+mn-cs"/>
            </a:rPr>
            <a:t>          </a:t>
          </a:r>
          <a:r>
            <a:rPr lang="en-US" sz="2400" kern="1200">
              <a:latin typeface="Neue Haas Grotesk Text Pro"/>
              <a:ea typeface="Calibri"/>
              <a:cs typeface="Calibri"/>
            </a:rPr>
            <a:t>                                                          </a:t>
          </a:r>
          <a:r>
            <a:rPr lang="en-US" sz="2400" kern="1200">
              <a:latin typeface="Calibri"/>
              <a:ea typeface="Calibri"/>
              <a:cs typeface="Calibri"/>
            </a:rPr>
            <a:t>Sie </a:t>
          </a:r>
          <a:r>
            <a:rPr lang="en-US" sz="2400" kern="1200" err="1">
              <a:latin typeface="Calibri"/>
              <a:ea typeface="Calibri"/>
              <a:cs typeface="Calibri"/>
            </a:rPr>
            <a:t>sind</a:t>
          </a:r>
          <a:r>
            <a:rPr lang="en-US" sz="2400" kern="1200">
              <a:latin typeface="Calibri"/>
              <a:ea typeface="Calibri"/>
              <a:cs typeface="Calibri"/>
            </a:rPr>
            <a:t> </a:t>
          </a:r>
          <a:r>
            <a:rPr lang="en-US" sz="2400" kern="1200" err="1">
              <a:ea typeface="+mn-ea"/>
              <a:cs typeface="+mn-cs"/>
            </a:rPr>
            <a:t>entscheidend</a:t>
          </a:r>
          <a:r>
            <a:rPr lang="en-US" sz="2400" kern="1200">
              <a:ea typeface="+mn-ea"/>
              <a:cs typeface="+mn-cs"/>
            </a:rPr>
            <a:t> für </a:t>
          </a:r>
          <a:r>
            <a:rPr lang="en-US" sz="2400" b="1" kern="1200" err="1">
              <a:ea typeface="+mn-ea"/>
              <a:cs typeface="+mn-cs"/>
            </a:rPr>
            <a:t>Lernen</a:t>
          </a:r>
          <a:r>
            <a:rPr lang="en-US" sz="2400" b="1" kern="1200">
              <a:ea typeface="+mn-ea"/>
              <a:cs typeface="+mn-cs"/>
            </a:rPr>
            <a:t> &amp; </a:t>
          </a:r>
          <a:r>
            <a:rPr lang="en-US" sz="2400" b="1" kern="1200" err="1">
              <a:ea typeface="+mn-ea"/>
              <a:cs typeface="+mn-cs"/>
            </a:rPr>
            <a:t>Leistung</a:t>
          </a:r>
          <a:endParaRPr lang="en-US" sz="2400" kern="1200" err="1">
            <a:ea typeface="+mn-ea"/>
            <a:cs typeface="+mn-cs"/>
          </a:endParaRPr>
        </a:p>
      </dsp:txBody>
      <dsp:txXfrm>
        <a:off x="47976" y="3393024"/>
        <a:ext cx="6506202" cy="8868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CF574-5EA1-416D-A89E-51EEFB929A24}">
      <dsp:nvSpPr>
        <dsp:cNvPr id="0" name=""/>
        <dsp:cNvSpPr/>
      </dsp:nvSpPr>
      <dsp:spPr>
        <a:xfrm>
          <a:off x="1297617" y="1881"/>
          <a:ext cx="3127167" cy="18763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Neue Haas Grotesk Text Pro"/>
              <a:ea typeface="+mn-ea"/>
              <a:cs typeface="+mn-cs"/>
            </a:rPr>
            <a:t>Sigmoid :                                          </a:t>
          </a:r>
          <a:r>
            <a:rPr lang="en-US" sz="2000" kern="1200" dirty="0" err="1">
              <a:latin typeface="Neue Haas Grotesk Text Pro"/>
              <a:ea typeface="+mn-ea"/>
              <a:cs typeface="+mn-cs"/>
            </a:rPr>
            <a:t>Ausgabe</a:t>
          </a:r>
          <a:r>
            <a:rPr lang="en-US" sz="2000" kern="1200" dirty="0">
              <a:ea typeface="+mn-ea"/>
              <a:cs typeface="+mn-cs"/>
            </a:rPr>
            <a:t> </a:t>
          </a:r>
          <a:r>
            <a:rPr lang="en-US" sz="2000" kern="1200" dirty="0" err="1">
              <a:ea typeface="+mn-ea"/>
              <a:cs typeface="+mn-cs"/>
            </a:rPr>
            <a:t>zwischen</a:t>
          </a:r>
          <a:r>
            <a:rPr lang="en-US" sz="2000" kern="1200" dirty="0">
              <a:ea typeface="+mn-ea"/>
              <a:cs typeface="+mn-cs"/>
            </a:rPr>
            <a:t> </a:t>
          </a:r>
          <a:r>
            <a:rPr lang="en-US" sz="2000" kern="1200" dirty="0">
              <a:latin typeface="Neue Haas Grotesk Text Pro"/>
              <a:ea typeface="+mn-ea"/>
              <a:cs typeface="+mn-cs"/>
            </a:rPr>
            <a:t>0und1</a:t>
          </a:r>
          <a:r>
            <a:rPr lang="en-US" sz="2000" kern="1200" dirty="0">
              <a:ea typeface="+mn-ea"/>
              <a:cs typeface="+mn-cs"/>
            </a:rPr>
            <a:t> Problem: </a:t>
          </a:r>
          <a:r>
            <a:rPr lang="en-US" sz="2000" b="0" kern="1200" dirty="0">
              <a:latin typeface="Neue Haas Grotesk Text Pro"/>
              <a:ea typeface="+mn-ea"/>
              <a:cs typeface="+mn-cs"/>
            </a:rPr>
            <a:t>                              </a:t>
          </a:r>
          <a:r>
            <a:rPr lang="en-US" sz="2000" b="1" kern="1200" dirty="0" err="1">
              <a:ea typeface="+mn-ea"/>
              <a:cs typeface="+mn-cs"/>
            </a:rPr>
            <a:t>Sättigung</a:t>
          </a:r>
          <a:r>
            <a:rPr lang="en-US" sz="2000" b="1" kern="1200" dirty="0">
              <a:ea typeface="+mn-ea"/>
              <a:cs typeface="+mn-cs"/>
            </a:rPr>
            <a:t> → </a:t>
          </a:r>
          <a:r>
            <a:rPr lang="en-US" sz="2000" b="1" kern="1200" dirty="0" err="1">
              <a:ea typeface="+mn-ea"/>
              <a:cs typeface="+mn-cs"/>
            </a:rPr>
            <a:t>langsames</a:t>
          </a:r>
          <a:r>
            <a:rPr lang="en-US" sz="2000" b="1" kern="1200" dirty="0">
              <a:ea typeface="+mn-ea"/>
              <a:cs typeface="+mn-cs"/>
            </a:rPr>
            <a:t> </a:t>
          </a:r>
          <a:r>
            <a:rPr lang="en-US" sz="2000" b="1" kern="1200" dirty="0" err="1">
              <a:ea typeface="+mn-ea"/>
              <a:cs typeface="+mn-cs"/>
            </a:rPr>
            <a:t>Lernen</a:t>
          </a:r>
          <a:r>
            <a:rPr lang="en-US" sz="2000" b="0" kern="1200" dirty="0">
              <a:ea typeface="+mn-ea"/>
              <a:cs typeface="+mn-cs"/>
            </a:rPr>
            <a:t> </a:t>
          </a:r>
          <a:r>
            <a:rPr lang="en-US" sz="2000" kern="1200" dirty="0">
              <a:latin typeface="Neue Haas Grotesk Text Pro"/>
              <a:ea typeface="+mn-ea"/>
              <a:cs typeface="+mn-cs"/>
            </a:rPr>
            <a:t>                         </a:t>
          </a:r>
          <a:r>
            <a:rPr lang="en-US" sz="2000" kern="1200" dirty="0">
              <a:ea typeface="+mn-ea"/>
              <a:cs typeface="+mn-cs"/>
            </a:rPr>
            <a:t>Formel:</a:t>
          </a:r>
          <a:r>
            <a:rPr lang="en-US" sz="2000" kern="1200" dirty="0">
              <a:latin typeface="Neue Haas Grotesk Text Pro"/>
              <a:ea typeface="+mn-ea"/>
              <a:cs typeface="+mn-cs"/>
            </a:rPr>
            <a:t> </a:t>
          </a:r>
          <a:r>
            <a:rPr lang="en-US" sz="2000" kern="1200" dirty="0">
              <a:ea typeface="+mn-ea"/>
              <a:cs typeface="+mn-cs"/>
            </a:rPr>
            <a:t>σ(x)</a:t>
          </a:r>
          <a:r>
            <a:rPr lang="en-US" sz="2000" b="0" kern="1200" dirty="0">
              <a:latin typeface="Neue Haas Grotesk Text Pro"/>
              <a:ea typeface="+mn-ea"/>
              <a:cs typeface="+mn-cs"/>
            </a:rPr>
            <a:t>   </a:t>
          </a:r>
        </a:p>
      </dsp:txBody>
      <dsp:txXfrm>
        <a:off x="1297617" y="1881"/>
        <a:ext cx="3127167" cy="1876300"/>
      </dsp:txXfrm>
    </dsp:sp>
    <dsp:sp modelId="{43F730C5-8B52-41ED-9E59-8988CF4C33A1}">
      <dsp:nvSpPr>
        <dsp:cNvPr id="0" name=""/>
        <dsp:cNvSpPr/>
      </dsp:nvSpPr>
      <dsp:spPr>
        <a:xfrm>
          <a:off x="4737502" y="1881"/>
          <a:ext cx="3127167" cy="1876300"/>
        </a:xfrm>
        <a:prstGeom prst="rect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Neue Haas Grotesk Text Pro"/>
              <a:ea typeface="+mn-ea"/>
              <a:cs typeface="+mn-cs"/>
            </a:rPr>
            <a:t>Tanh :                                    </a:t>
          </a:r>
          <a:r>
            <a:rPr lang="en-US" sz="2000" kern="1200" dirty="0" err="1">
              <a:latin typeface="Neue Haas Grotesk Text Pro"/>
              <a:ea typeface="+mn-ea"/>
              <a:cs typeface="+mn-cs"/>
            </a:rPr>
            <a:t>Ausgabe</a:t>
          </a:r>
          <a:r>
            <a:rPr lang="en-US" sz="2000" kern="1200" dirty="0">
              <a:ea typeface="+mn-ea"/>
              <a:cs typeface="+mn-cs"/>
            </a:rPr>
            <a:t> </a:t>
          </a:r>
          <a:r>
            <a:rPr lang="en-US" sz="2000" kern="1200" dirty="0" err="1">
              <a:ea typeface="+mn-ea"/>
              <a:cs typeface="+mn-cs"/>
            </a:rPr>
            <a:t>zwischen</a:t>
          </a:r>
          <a:r>
            <a:rPr lang="en-US" sz="2000" kern="1200" dirty="0">
              <a:ea typeface="+mn-ea"/>
              <a:cs typeface="+mn-cs"/>
            </a:rPr>
            <a:t> </a:t>
          </a:r>
          <a:br>
            <a:rPr lang="en-US" sz="2000" kern="1200" dirty="0">
              <a:latin typeface="Neue Haas Grotesk Text Pro"/>
              <a:ea typeface="+mn-ea"/>
              <a:cs typeface="+mn-cs"/>
            </a:rPr>
          </a:br>
          <a:r>
            <a:rPr lang="en-US" sz="2000" kern="1200" dirty="0">
              <a:ea typeface="+mn-ea"/>
              <a:cs typeface="+mn-cs"/>
            </a:rPr>
            <a:t>-</a:t>
          </a:r>
          <a:r>
            <a:rPr lang="en-US" sz="2000" kern="1200" dirty="0">
              <a:latin typeface="Neue Haas Grotesk Text Pro"/>
              <a:ea typeface="+mn-ea"/>
              <a:cs typeface="+mn-cs"/>
            </a:rPr>
            <a:t>1und1</a:t>
          </a:r>
          <a:r>
            <a:rPr lang="en-US" sz="2000" kern="1200" dirty="0">
              <a:ea typeface="+mn-ea"/>
              <a:cs typeface="+mn-cs"/>
            </a:rPr>
            <a:t> Besser </a:t>
          </a:r>
          <a:r>
            <a:rPr lang="en-US" sz="2000" kern="1200" dirty="0" err="1">
              <a:ea typeface="+mn-ea"/>
              <a:cs typeface="+mn-cs"/>
            </a:rPr>
            <a:t>als</a:t>
          </a:r>
          <a:r>
            <a:rPr lang="en-US" sz="2000" kern="1200" dirty="0">
              <a:ea typeface="+mn-ea"/>
              <a:cs typeface="+mn-cs"/>
            </a:rPr>
            <a:t> Sigmoid, </a:t>
          </a:r>
          <a:r>
            <a:rPr lang="en-US" sz="2000" kern="1200" dirty="0">
              <a:latin typeface="Neue Haas Grotesk Text Pro"/>
              <a:ea typeface="+mn-ea"/>
              <a:cs typeface="+mn-cs"/>
            </a:rPr>
            <a:t>                       </a:t>
          </a:r>
          <a:r>
            <a:rPr lang="en-US" sz="2000" kern="1200" dirty="0" err="1">
              <a:ea typeface="+mn-ea"/>
              <a:cs typeface="+mn-cs"/>
            </a:rPr>
            <a:t>aber</a:t>
          </a:r>
          <a:r>
            <a:rPr lang="en-US" sz="2000" kern="1200" dirty="0">
              <a:ea typeface="+mn-ea"/>
              <a:cs typeface="+mn-cs"/>
            </a:rPr>
            <a:t> </a:t>
          </a:r>
          <a:r>
            <a:rPr lang="en-US" sz="2000" kern="1200" dirty="0" err="1">
              <a:ea typeface="+mn-ea"/>
              <a:cs typeface="+mn-cs"/>
            </a:rPr>
            <a:t>auch</a:t>
          </a:r>
          <a:r>
            <a:rPr lang="en-US" sz="2000" kern="1200" dirty="0">
              <a:ea typeface="+mn-ea"/>
              <a:cs typeface="+mn-cs"/>
            </a:rPr>
            <a:t> </a:t>
          </a:r>
          <a:r>
            <a:rPr lang="en-US" sz="2000" kern="1200" dirty="0" err="1">
              <a:ea typeface="+mn-ea"/>
              <a:cs typeface="+mn-cs"/>
            </a:rPr>
            <a:t>Sättigung</a:t>
          </a:r>
          <a:endParaRPr lang="en-US" sz="2000" kern="1200" dirty="0">
            <a:ea typeface="+mn-ea"/>
            <a:cs typeface="+mn-cs"/>
          </a:endParaRPr>
        </a:p>
      </dsp:txBody>
      <dsp:txXfrm>
        <a:off x="4737502" y="1881"/>
        <a:ext cx="3127167" cy="1876300"/>
      </dsp:txXfrm>
    </dsp:sp>
    <dsp:sp modelId="{F69C2CFC-1684-41A2-B97C-A336E7E6028F}">
      <dsp:nvSpPr>
        <dsp:cNvPr id="0" name=""/>
        <dsp:cNvSpPr/>
      </dsp:nvSpPr>
      <dsp:spPr>
        <a:xfrm>
          <a:off x="1297617" y="2190898"/>
          <a:ext cx="3127167" cy="1876300"/>
        </a:xfrm>
        <a:prstGeom prst="rect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a typeface="+mn-ea"/>
              <a:cs typeface="+mn-cs"/>
            </a:rPr>
            <a:t>Step Function (</a:t>
          </a:r>
          <a:r>
            <a:rPr lang="en-US" sz="2000" kern="1200" dirty="0" err="1">
              <a:ea typeface="+mn-ea"/>
              <a:cs typeface="+mn-cs"/>
            </a:rPr>
            <a:t>historisch</a:t>
          </a:r>
          <a:r>
            <a:rPr lang="en-US" sz="2000" kern="1200" dirty="0">
              <a:ea typeface="+mn-ea"/>
              <a:cs typeface="+mn-cs"/>
            </a:rPr>
            <a:t>)</a:t>
          </a:r>
          <a:r>
            <a:rPr lang="en-US" sz="2000" kern="1200" dirty="0">
              <a:latin typeface="Neue Haas Grotesk Text Pro"/>
              <a:ea typeface="+mn-ea"/>
              <a:cs typeface="+mn-cs"/>
            </a:rPr>
            <a:t> :                 </a:t>
          </a:r>
          <a:r>
            <a:rPr lang="en-US" sz="2000" kern="1200" dirty="0">
              <a:ea typeface="+mn-ea"/>
              <a:cs typeface="+mn-cs"/>
            </a:rPr>
            <a:t>Nur </a:t>
          </a:r>
          <a:r>
            <a:rPr lang="en-US" sz="2000" kern="1200" dirty="0">
              <a:latin typeface="Neue Haas Grotesk Text Pro"/>
              <a:ea typeface="+mn-ea"/>
              <a:cs typeface="+mn-cs"/>
            </a:rPr>
            <a:t>0oder1</a:t>
          </a:r>
          <a:r>
            <a:rPr lang="en-US" sz="2000" kern="1200" dirty="0">
              <a:ea typeface="+mn-ea"/>
              <a:cs typeface="+mn-cs"/>
            </a:rPr>
            <a:t> Heute </a:t>
          </a:r>
          <a:r>
            <a:rPr lang="en-US" sz="2000" kern="1200" dirty="0" err="1">
              <a:ea typeface="+mn-ea"/>
              <a:cs typeface="+mn-cs"/>
            </a:rPr>
            <a:t>kaum</a:t>
          </a:r>
          <a:r>
            <a:rPr lang="en-US" sz="2000" kern="1200" dirty="0">
              <a:ea typeface="+mn-ea"/>
              <a:cs typeface="+mn-cs"/>
            </a:rPr>
            <a:t> </a:t>
          </a:r>
          <a:r>
            <a:rPr lang="en-US" sz="2000" kern="1200" dirty="0" err="1">
              <a:ea typeface="+mn-ea"/>
              <a:cs typeface="+mn-cs"/>
            </a:rPr>
            <a:t>verwendet</a:t>
          </a:r>
          <a:r>
            <a:rPr lang="en-US" sz="2000" kern="1200" dirty="0">
              <a:ea typeface="+mn-ea"/>
              <a:cs typeface="+mn-cs"/>
            </a:rPr>
            <a:t> </a:t>
          </a:r>
          <a:r>
            <a:rPr lang="en-US" sz="2000" kern="1200" dirty="0">
              <a:latin typeface="Neue Haas Grotesk Text Pro"/>
              <a:ea typeface="+mn-ea"/>
              <a:cs typeface="+mn-cs"/>
            </a:rPr>
            <a:t>                             </a:t>
          </a:r>
          <a:r>
            <a:rPr lang="en-US" sz="2000" kern="1200" dirty="0">
              <a:ea typeface="+mn-ea"/>
              <a:cs typeface="+mn-cs"/>
            </a:rPr>
            <a:t>(nicht </a:t>
          </a:r>
          <a:r>
            <a:rPr lang="en-US" sz="2000" kern="1200" dirty="0" err="1">
              <a:ea typeface="+mn-ea"/>
              <a:cs typeface="+mn-cs"/>
            </a:rPr>
            <a:t>differenzierbar</a:t>
          </a:r>
          <a:r>
            <a:rPr lang="en-US" sz="2000" kern="1200" dirty="0">
              <a:ea typeface="+mn-ea"/>
              <a:cs typeface="+mn-cs"/>
            </a:rPr>
            <a:t>)</a:t>
          </a:r>
          <a:endParaRPr lang="en-US" sz="2000" kern="1200" dirty="0">
            <a:latin typeface="Neue Haas Grotesk Text Pro"/>
            <a:ea typeface="+mn-ea"/>
            <a:cs typeface="+mn-cs"/>
          </a:endParaRPr>
        </a:p>
      </dsp:txBody>
      <dsp:txXfrm>
        <a:off x="1297617" y="2190898"/>
        <a:ext cx="3127167" cy="1876300"/>
      </dsp:txXfrm>
    </dsp:sp>
    <dsp:sp modelId="{802E0694-0B6C-4761-A45C-994A95212142}">
      <dsp:nvSpPr>
        <dsp:cNvPr id="0" name=""/>
        <dsp:cNvSpPr/>
      </dsp:nvSpPr>
      <dsp:spPr>
        <a:xfrm>
          <a:off x="4737502" y="2190898"/>
          <a:ext cx="3127167" cy="1876300"/>
        </a:xfrm>
        <a:prstGeom prst="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ea typeface="+mn-ea"/>
              <a:cs typeface="+mn-cs"/>
            </a:rPr>
            <a:t>ReLU</a:t>
          </a:r>
          <a:r>
            <a:rPr lang="en-US" sz="2000" kern="1200" dirty="0">
              <a:ea typeface="+mn-ea"/>
              <a:cs typeface="+mn-cs"/>
            </a:rPr>
            <a:t> (Revolution</a:t>
          </a:r>
          <a:r>
            <a:rPr lang="en-US" sz="2000" kern="1200" dirty="0">
              <a:latin typeface="Neue Haas Grotesk Text Pro"/>
              <a:ea typeface="+mn-ea"/>
              <a:cs typeface="+mn-cs"/>
            </a:rPr>
            <a:t>!):               </a:t>
          </a:r>
          <a:r>
            <a:rPr lang="en-US" sz="2000" kern="1200" dirty="0">
              <a:ea typeface="+mn-ea"/>
              <a:cs typeface="+mn-cs"/>
            </a:rPr>
            <a:t>f(x) = max(0, x) </a:t>
          </a:r>
          <a:r>
            <a:rPr lang="en-US" sz="2000" kern="1200" dirty="0">
              <a:latin typeface="Neue Haas Grotesk Text Pro"/>
              <a:ea typeface="+mn-ea"/>
              <a:cs typeface="+mn-cs"/>
            </a:rPr>
            <a:t>                        </a:t>
          </a:r>
          <a:r>
            <a:rPr lang="en-US" sz="2000" kern="1200" dirty="0">
              <a:ea typeface="+mn-ea"/>
              <a:cs typeface="+mn-cs"/>
            </a:rPr>
            <a:t>Sehr schnell &amp; </a:t>
          </a:r>
          <a:r>
            <a:rPr lang="en-US" sz="2000" kern="1200" dirty="0" err="1">
              <a:ea typeface="+mn-ea"/>
              <a:cs typeface="+mn-cs"/>
            </a:rPr>
            <a:t>stabil</a:t>
          </a:r>
          <a:r>
            <a:rPr lang="en-US" sz="2000" kern="1200" dirty="0">
              <a:ea typeface="+mn-ea"/>
              <a:cs typeface="+mn-cs"/>
            </a:rPr>
            <a:t> </a:t>
          </a:r>
          <a:r>
            <a:rPr lang="en-US" sz="2000" kern="1200" dirty="0">
              <a:latin typeface="Neue Haas Grotesk Text Pro"/>
              <a:ea typeface="+mn-ea"/>
              <a:cs typeface="+mn-cs"/>
            </a:rPr>
            <a:t>           </a:t>
          </a:r>
          <a:r>
            <a:rPr lang="en-US" sz="2000" kern="1200" dirty="0">
              <a:ea typeface="+mn-ea"/>
              <a:cs typeface="+mn-cs"/>
            </a:rPr>
            <a:t>Problem: „Dying </a:t>
          </a:r>
          <a:r>
            <a:rPr lang="en-US" sz="2000" kern="1200" dirty="0" err="1">
              <a:latin typeface="Neue Haas Grotesk Text Pro"/>
              <a:ea typeface="+mn-ea"/>
              <a:cs typeface="+mn-cs"/>
            </a:rPr>
            <a:t>ReLU</a:t>
          </a:r>
          <a:r>
            <a:rPr lang="en-US" sz="2000" kern="1200" dirty="0">
              <a:ea typeface="+mn-ea"/>
              <a:cs typeface="+mn-cs"/>
            </a:rPr>
            <a:t>“</a:t>
          </a:r>
          <a:endParaRPr lang="en-US" sz="2000" kern="1200" dirty="0">
            <a:latin typeface="Neue Haas Grotesk Text Pro"/>
            <a:ea typeface="+mn-ea"/>
            <a:cs typeface="+mn-cs"/>
          </a:endParaRPr>
        </a:p>
      </dsp:txBody>
      <dsp:txXfrm>
        <a:off x="4737502" y="2190898"/>
        <a:ext cx="3127167" cy="18763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2512A8-35DB-4522-B0CF-C0C0B149FA9B}">
      <dsp:nvSpPr>
        <dsp:cNvPr id="0" name=""/>
        <dsp:cNvSpPr/>
      </dsp:nvSpPr>
      <dsp:spPr>
        <a:xfrm>
          <a:off x="0" y="173450"/>
          <a:ext cx="2863215" cy="17179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Leaky </a:t>
          </a:r>
          <a:r>
            <a:rPr lang="en-US" sz="1800" kern="1200" dirty="0" err="1">
              <a:latin typeface="Neue Haas Grotesk Text Pro"/>
            </a:rPr>
            <a:t>ReLU</a:t>
          </a:r>
          <a:r>
            <a:rPr lang="en-US" sz="1800" kern="1200" dirty="0">
              <a:latin typeface="Neue Haas Grotesk Text Pro"/>
            </a:rPr>
            <a:t> :</a:t>
          </a:r>
          <a:br>
            <a:rPr lang="en-US" sz="1800" kern="1200" dirty="0">
              <a:latin typeface="Neue Haas Grotesk Text Pro"/>
            </a:rPr>
          </a:br>
          <a:r>
            <a:rPr lang="en-US" sz="1800" kern="1200" dirty="0">
              <a:latin typeface="Neue Haas Grotesk Text Pro"/>
            </a:rPr>
            <a:t>Kleine</a:t>
          </a:r>
          <a:r>
            <a:rPr lang="en-US" sz="1800" b="0" kern="1200" dirty="0"/>
            <a:t> negative </a:t>
          </a:r>
          <a:r>
            <a:rPr lang="en-US" sz="1800" kern="1200" dirty="0" err="1"/>
            <a:t>Steigung</a:t>
          </a:r>
          <a:r>
            <a:rPr lang="en-US" sz="1800" kern="1200" dirty="0"/>
            <a:t> </a:t>
          </a:r>
          <a:r>
            <a:rPr lang="en-US" sz="1800" kern="1200" dirty="0" err="1"/>
            <a:t>Verhindert</a:t>
          </a:r>
          <a:r>
            <a:rPr lang="en-US" sz="1800" kern="1200" dirty="0"/>
            <a:t> „tote </a:t>
          </a:r>
          <a:r>
            <a:rPr lang="en-US" sz="1800" kern="1200" dirty="0" err="1"/>
            <a:t>Neuronen</a:t>
          </a:r>
          <a:r>
            <a:rPr lang="en-US" sz="1800" kern="1200" dirty="0"/>
            <a:t>“</a:t>
          </a:r>
          <a:r>
            <a:rPr lang="en-US" sz="1800" b="0" kern="1200" dirty="0">
              <a:latin typeface="Neue Haas Grotesk Text Pro"/>
              <a:ea typeface="+mn-ea"/>
              <a:cs typeface="+mn-cs"/>
            </a:rPr>
            <a:t> </a:t>
          </a:r>
          <a:endParaRPr lang="en-US" sz="1800" kern="1200" dirty="0">
            <a:latin typeface="Neue Haas Grotesk Text Pro"/>
          </a:endParaRPr>
        </a:p>
      </dsp:txBody>
      <dsp:txXfrm>
        <a:off x="0" y="173450"/>
        <a:ext cx="2863215" cy="1717929"/>
      </dsp:txXfrm>
    </dsp:sp>
    <dsp:sp modelId="{43F730C5-8B52-41ED-9E59-8988CF4C33A1}">
      <dsp:nvSpPr>
        <dsp:cNvPr id="0" name=""/>
        <dsp:cNvSpPr/>
      </dsp:nvSpPr>
      <dsp:spPr>
        <a:xfrm>
          <a:off x="3149536" y="173450"/>
          <a:ext cx="2863215" cy="1717929"/>
        </a:xfrm>
        <a:prstGeom prst="rect">
          <a:avLst/>
        </a:prstGeom>
        <a:solidFill>
          <a:schemeClr val="accent2">
            <a:hueOff val="-208266"/>
            <a:satOff val="-4326"/>
            <a:lumOff val="-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Neue Haas Grotesk Text Pro"/>
            </a:rPr>
            <a:t>PReLU</a:t>
          </a:r>
          <a:r>
            <a:rPr lang="en-US" sz="1800" kern="1200" dirty="0">
              <a:latin typeface="Neue Haas Grotesk Text Pro"/>
              <a:ea typeface="+mn-ea"/>
              <a:cs typeface="+mn-cs"/>
            </a:rPr>
            <a:t>:</a:t>
          </a:r>
          <a:br>
            <a:rPr lang="en-US" sz="1800" kern="1200" dirty="0">
              <a:latin typeface="Neue Haas Grotesk Text Pro"/>
              <a:ea typeface="+mn-ea"/>
              <a:cs typeface="+mn-cs"/>
            </a:rPr>
          </a:br>
          <a:r>
            <a:rPr lang="en-US" sz="1800" kern="1200" dirty="0">
              <a:latin typeface="Neue Haas Grotesk Text Pro"/>
            </a:rPr>
            <a:t>Wie</a:t>
          </a:r>
          <a:r>
            <a:rPr lang="en-US" sz="1800" kern="1200" dirty="0"/>
            <a:t> Leaky </a:t>
          </a:r>
          <a:r>
            <a:rPr lang="en-US" sz="1800" kern="1200" dirty="0" err="1"/>
            <a:t>ReLU</a:t>
          </a:r>
          <a:r>
            <a:rPr lang="en-US" sz="1800" kern="1200" dirty="0"/>
            <a:t>, </a:t>
          </a:r>
          <a:r>
            <a:rPr lang="en-US" sz="1800" kern="1200" dirty="0" err="1"/>
            <a:t>aber</a:t>
          </a:r>
          <a:r>
            <a:rPr lang="en-US" sz="1800" kern="1200" dirty="0"/>
            <a:t> </a:t>
          </a:r>
          <a:r>
            <a:rPr lang="en-US" sz="1800" kern="1200" dirty="0" err="1"/>
            <a:t>lernbar</a:t>
          </a:r>
          <a:endParaRPr lang="en-US" sz="1800" kern="1200" dirty="0" err="1">
            <a:ea typeface="+mn-ea"/>
            <a:cs typeface="+mn-cs"/>
          </a:endParaRPr>
        </a:p>
      </dsp:txBody>
      <dsp:txXfrm>
        <a:off x="3149536" y="173450"/>
        <a:ext cx="2863215" cy="1717929"/>
      </dsp:txXfrm>
    </dsp:sp>
    <dsp:sp modelId="{F69C2CFC-1684-41A2-B97C-A336E7E6028F}">
      <dsp:nvSpPr>
        <dsp:cNvPr id="0" name=""/>
        <dsp:cNvSpPr/>
      </dsp:nvSpPr>
      <dsp:spPr>
        <a:xfrm>
          <a:off x="6299072" y="173450"/>
          <a:ext cx="2863215" cy="1717929"/>
        </a:xfrm>
        <a:prstGeom prst="rect">
          <a:avLst/>
        </a:prstGeom>
        <a:solidFill>
          <a:schemeClr val="accent2">
            <a:hueOff val="-416532"/>
            <a:satOff val="-8652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ELU</a:t>
          </a:r>
          <a:r>
            <a:rPr lang="en-US" sz="1800" kern="1200" dirty="0">
              <a:latin typeface="Neue Haas Grotesk Text Pro"/>
              <a:ea typeface="+mn-ea"/>
              <a:cs typeface="+mn-cs"/>
            </a:rPr>
            <a:t> : </a:t>
          </a:r>
          <a:br>
            <a:rPr lang="en-US" sz="1800" kern="1200" dirty="0">
              <a:latin typeface="Neue Haas Grotesk Text Pro"/>
              <a:ea typeface="+mn-ea"/>
              <a:cs typeface="+mn-cs"/>
            </a:rPr>
          </a:br>
          <a:r>
            <a:rPr lang="en-US" sz="1800" kern="1200" dirty="0">
              <a:latin typeface="Neue Haas Grotesk Text Pro"/>
            </a:rPr>
            <a:t>Glatter</a:t>
          </a:r>
          <a:r>
            <a:rPr lang="en-US" sz="1800" kern="1200" dirty="0"/>
            <a:t> </a:t>
          </a:r>
          <a:r>
            <a:rPr lang="en-US" sz="1800" kern="1200" dirty="0" err="1"/>
            <a:t>als</a:t>
          </a:r>
          <a:r>
            <a:rPr lang="en-US" sz="1800" kern="1200" dirty="0"/>
            <a:t> </a:t>
          </a:r>
          <a:r>
            <a:rPr lang="en-US" sz="1800" kern="1200" dirty="0" err="1"/>
            <a:t>ReLU</a:t>
          </a:r>
          <a:r>
            <a:rPr lang="en-US" sz="1800" kern="1200" dirty="0">
              <a:latin typeface="Neue Haas Grotesk Text Pro"/>
            </a:rPr>
            <a:t>                              </a:t>
          </a:r>
          <a:r>
            <a:rPr lang="en-US" sz="1800" kern="1200" dirty="0" err="1"/>
            <a:t>Bessere</a:t>
          </a:r>
          <a:r>
            <a:rPr lang="en-US" sz="1800" kern="1200" dirty="0"/>
            <a:t> </a:t>
          </a:r>
          <a:r>
            <a:rPr lang="en-US" sz="1800" kern="1200" dirty="0" err="1"/>
            <a:t>Stabilität</a:t>
          </a:r>
          <a:endParaRPr lang="en-US" sz="1800" kern="1200" dirty="0"/>
        </a:p>
      </dsp:txBody>
      <dsp:txXfrm>
        <a:off x="6299072" y="173450"/>
        <a:ext cx="2863215" cy="1717929"/>
      </dsp:txXfrm>
    </dsp:sp>
    <dsp:sp modelId="{802E0694-0B6C-4761-A45C-994A95212142}">
      <dsp:nvSpPr>
        <dsp:cNvPr id="0" name=""/>
        <dsp:cNvSpPr/>
      </dsp:nvSpPr>
      <dsp:spPr>
        <a:xfrm>
          <a:off x="0" y="2177700"/>
          <a:ext cx="2863215" cy="1717929"/>
        </a:xfrm>
        <a:prstGeom prst="rect">
          <a:avLst/>
        </a:prstGeom>
        <a:solidFill>
          <a:schemeClr val="accent2">
            <a:hueOff val="-624797"/>
            <a:satOff val="-12979"/>
            <a:lumOff val="-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Swish (Google</a:t>
          </a:r>
          <a:r>
            <a:rPr lang="en-US" sz="1800" kern="1200" dirty="0">
              <a:latin typeface="Neue Haas Grotesk Text Pro"/>
              <a:ea typeface="+mn-ea"/>
              <a:cs typeface="+mn-cs"/>
            </a:rPr>
            <a:t>):                             </a:t>
          </a:r>
          <a:r>
            <a:rPr lang="en-US" sz="1800" kern="1200" dirty="0"/>
            <a:t>f(x) = x · sigmoid(x)</a:t>
          </a:r>
          <a:r>
            <a:rPr lang="en-US" sz="1800" kern="1200" dirty="0">
              <a:latin typeface="Neue Haas Grotesk Text Pro"/>
            </a:rPr>
            <a:t>                             </a:t>
          </a:r>
          <a:r>
            <a:rPr lang="en-US" sz="1800" kern="1200" dirty="0"/>
            <a:t>Sehr </a:t>
          </a:r>
          <a:r>
            <a:rPr lang="en-US" sz="1800" kern="1200" dirty="0" err="1"/>
            <a:t>gute</a:t>
          </a:r>
          <a:r>
            <a:rPr lang="en-US" sz="1800" kern="1200" dirty="0"/>
            <a:t> Performance in Deep Learning </a:t>
          </a:r>
        </a:p>
      </dsp:txBody>
      <dsp:txXfrm>
        <a:off x="0" y="2177700"/>
        <a:ext cx="2863215" cy="1717929"/>
      </dsp:txXfrm>
    </dsp:sp>
    <dsp:sp modelId="{F4CEF5F4-9512-4D40-82E6-CE02A8940D68}">
      <dsp:nvSpPr>
        <dsp:cNvPr id="0" name=""/>
        <dsp:cNvSpPr/>
      </dsp:nvSpPr>
      <dsp:spPr>
        <a:xfrm>
          <a:off x="3149536" y="2177700"/>
          <a:ext cx="2863215" cy="1717929"/>
        </a:xfrm>
        <a:prstGeom prst="rect">
          <a:avLst/>
        </a:prstGeom>
        <a:solidFill>
          <a:schemeClr val="accent2">
            <a:hueOff val="-833063"/>
            <a:satOff val="-17305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GELU (</a:t>
          </a:r>
          <a:r>
            <a:rPr lang="en-US" sz="1800" kern="1200" dirty="0" err="1"/>
            <a:t>sehr</a:t>
          </a:r>
          <a:r>
            <a:rPr lang="en-US" sz="1800" kern="1200" dirty="0"/>
            <a:t> </a:t>
          </a:r>
          <a:r>
            <a:rPr lang="en-US" sz="1800" kern="1200" dirty="0" err="1"/>
            <a:t>wichtig</a:t>
          </a:r>
          <a:r>
            <a:rPr lang="en-US" sz="1800" kern="1200" dirty="0"/>
            <a:t>!)</a:t>
          </a:r>
          <a:r>
            <a:rPr lang="en-US" sz="1800" kern="1200" dirty="0">
              <a:latin typeface="Neue Haas Grotesk Text Pro"/>
            </a:rPr>
            <a:t>                   </a:t>
          </a:r>
          <a:r>
            <a:rPr lang="en-US" sz="1800" kern="1200" dirty="0"/>
            <a:t>Standard in Transformern (z. B. BERT, GPT)</a:t>
          </a:r>
          <a:r>
            <a:rPr lang="en-US" sz="1800" kern="1200" dirty="0">
              <a:latin typeface="Neue Haas Grotesk Text Pro"/>
            </a:rPr>
            <a:t>                                         </a:t>
          </a:r>
          <a:r>
            <a:rPr lang="en-US" sz="1800" kern="1200" dirty="0"/>
            <a:t>Sehr stabil für große Modelle </a:t>
          </a:r>
          <a:endParaRPr lang="en-US" sz="1800" kern="1200" dirty="0">
            <a:latin typeface="Neue Haas Grotesk Text Pro"/>
          </a:endParaRPr>
        </a:p>
      </dsp:txBody>
      <dsp:txXfrm>
        <a:off x="3149536" y="2177700"/>
        <a:ext cx="2863215" cy="1717929"/>
      </dsp:txXfrm>
    </dsp:sp>
    <dsp:sp modelId="{83915358-EBA5-408A-A1BB-B6C2C5942F22}">
      <dsp:nvSpPr>
        <dsp:cNvPr id="0" name=""/>
        <dsp:cNvSpPr/>
      </dsp:nvSpPr>
      <dsp:spPr>
        <a:xfrm>
          <a:off x="6299072" y="2177700"/>
          <a:ext cx="2863215" cy="1717929"/>
        </a:xfrm>
        <a:prstGeom prst="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Mish = </a:t>
          </a:r>
          <a:r>
            <a:rPr lang="en-US" sz="1800" b="1" kern="1200" dirty="0" err="1"/>
            <a:t>sehr</a:t>
          </a:r>
          <a:r>
            <a:rPr lang="en-US" sz="1800" b="1" kern="1200" dirty="0"/>
            <a:t> </a:t>
          </a:r>
          <a:r>
            <a:rPr lang="en-US" sz="1800" b="1" kern="1200" dirty="0" err="1"/>
            <a:t>glatte</a:t>
          </a:r>
          <a:r>
            <a:rPr lang="en-US" sz="1800" b="1" kern="1200" dirty="0"/>
            <a:t>, </a:t>
          </a:r>
          <a:r>
            <a:rPr lang="en-US" sz="1800" b="1" kern="1200" dirty="0" err="1"/>
            <a:t>informationsreiche</a:t>
          </a:r>
          <a:r>
            <a:rPr lang="en-US" sz="1800" b="1" kern="1200" dirty="0"/>
            <a:t> </a:t>
          </a:r>
          <a:r>
            <a:rPr lang="en-US" sz="1800" b="1" kern="1200" dirty="0" err="1"/>
            <a:t>Aktivierungsfunktion</a:t>
          </a:r>
          <a:endParaRPr lang="en-US" sz="1800" kern="1200" dirty="0" err="1">
            <a:latin typeface="Neue Haas Grotesk Text Pro"/>
          </a:endParaRPr>
        </a:p>
      </dsp:txBody>
      <dsp:txXfrm>
        <a:off x="6299072" y="2177700"/>
        <a:ext cx="2863215" cy="17179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71827E-0723-415C-9AA9-C8BDEE9A629C}">
      <dsp:nvSpPr>
        <dsp:cNvPr id="0" name=""/>
        <dsp:cNvSpPr/>
      </dsp:nvSpPr>
      <dsp:spPr>
        <a:xfrm>
          <a:off x="0" y="97524"/>
          <a:ext cx="7333128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Probleme klassischer Funktionen:</a:t>
          </a:r>
        </a:p>
      </dsp:txBody>
      <dsp:txXfrm>
        <a:off x="21075" y="118599"/>
        <a:ext cx="7290978" cy="389580"/>
      </dsp:txXfrm>
    </dsp:sp>
    <dsp:sp modelId="{C23DED97-3944-416D-8E00-819D06F30DD8}">
      <dsp:nvSpPr>
        <dsp:cNvPr id="0" name=""/>
        <dsp:cNvSpPr/>
      </dsp:nvSpPr>
      <dsp:spPr>
        <a:xfrm>
          <a:off x="0" y="581094"/>
          <a:ext cx="7333128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Vanishing Gradients </a:t>
          </a:r>
        </a:p>
      </dsp:txBody>
      <dsp:txXfrm>
        <a:off x="21075" y="602169"/>
        <a:ext cx="7290978" cy="389580"/>
      </dsp:txXfrm>
    </dsp:sp>
    <dsp:sp modelId="{B9CBC7CC-E020-4854-AD95-4E1FD5EDBE90}">
      <dsp:nvSpPr>
        <dsp:cNvPr id="0" name=""/>
        <dsp:cNvSpPr/>
      </dsp:nvSpPr>
      <dsp:spPr>
        <a:xfrm>
          <a:off x="0" y="1064664"/>
          <a:ext cx="7333128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Schlechter Gradient Flow </a:t>
          </a:r>
        </a:p>
      </dsp:txBody>
      <dsp:txXfrm>
        <a:off x="21075" y="1085739"/>
        <a:ext cx="7290978" cy="389580"/>
      </dsp:txXfrm>
    </dsp:sp>
    <dsp:sp modelId="{B789E575-5407-40A5-A4FF-6F7CCCB991BF}">
      <dsp:nvSpPr>
        <dsp:cNvPr id="0" name=""/>
        <dsp:cNvSpPr/>
      </dsp:nvSpPr>
      <dsp:spPr>
        <a:xfrm>
          <a:off x="0" y="1548234"/>
          <a:ext cx="7333128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Instabiles Training </a:t>
          </a:r>
        </a:p>
      </dsp:txBody>
      <dsp:txXfrm>
        <a:off x="21075" y="1569309"/>
        <a:ext cx="7290978" cy="389580"/>
      </dsp:txXfrm>
    </dsp:sp>
    <dsp:sp modelId="{121FDB8A-E2D4-44F4-AC1C-0BE7D295C284}">
      <dsp:nvSpPr>
        <dsp:cNvPr id="0" name=""/>
        <dsp:cNvSpPr/>
      </dsp:nvSpPr>
      <dsp:spPr>
        <a:xfrm>
          <a:off x="0" y="2031804"/>
          <a:ext cx="7333128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Moderne Ziele:</a:t>
          </a:r>
        </a:p>
      </dsp:txBody>
      <dsp:txXfrm>
        <a:off x="21075" y="2052879"/>
        <a:ext cx="7290978" cy="389580"/>
      </dsp:txXfrm>
    </dsp:sp>
    <dsp:sp modelId="{03F9EBD7-F847-400E-A58B-4444B16FECE5}">
      <dsp:nvSpPr>
        <dsp:cNvPr id="0" name=""/>
        <dsp:cNvSpPr/>
      </dsp:nvSpPr>
      <dsp:spPr>
        <a:xfrm>
          <a:off x="0" y="2515374"/>
          <a:ext cx="7333128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Stabilität </a:t>
          </a:r>
        </a:p>
      </dsp:txBody>
      <dsp:txXfrm>
        <a:off x="21075" y="2536449"/>
        <a:ext cx="7290978" cy="389580"/>
      </dsp:txXfrm>
    </dsp:sp>
    <dsp:sp modelId="{1425FB86-4461-4E70-80C3-EE5979476218}">
      <dsp:nvSpPr>
        <dsp:cNvPr id="0" name=""/>
        <dsp:cNvSpPr/>
      </dsp:nvSpPr>
      <dsp:spPr>
        <a:xfrm>
          <a:off x="0" y="2998944"/>
          <a:ext cx="7333128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bessere Generalisierung </a:t>
          </a:r>
        </a:p>
      </dsp:txBody>
      <dsp:txXfrm>
        <a:off x="21075" y="3020019"/>
        <a:ext cx="7290978" cy="389580"/>
      </dsp:txXfrm>
    </dsp:sp>
    <dsp:sp modelId="{2A4B6CAB-8996-4D75-A257-73B4834B9318}">
      <dsp:nvSpPr>
        <dsp:cNvPr id="0" name=""/>
        <dsp:cNvSpPr/>
      </dsp:nvSpPr>
      <dsp:spPr>
        <a:xfrm>
          <a:off x="0" y="3482514"/>
          <a:ext cx="7333128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schnelleres Training</a:t>
          </a:r>
        </a:p>
      </dsp:txBody>
      <dsp:txXfrm>
        <a:off x="21075" y="3503589"/>
        <a:ext cx="7290978" cy="3895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73090-EE88-425F-80DE-73D16CA7F25D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3AF10-7FEC-4BB6-AEE1-8D571F43846D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B8DF3-A93C-4692-95E6-97538CDA696D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Klassisch: einfach, aber limitiert </a:t>
          </a:r>
        </a:p>
      </dsp:txBody>
      <dsp:txXfrm>
        <a:off x="1909124" y="706"/>
        <a:ext cx="5040315" cy="1652921"/>
      </dsp:txXfrm>
    </dsp:sp>
    <dsp:sp modelId="{5E9790C7-962A-4E6F-9124-13EA0058596D}">
      <dsp:nvSpPr>
        <dsp:cNvPr id="0" name=""/>
        <dsp:cNvSpPr/>
      </dsp:nvSpPr>
      <dsp:spPr>
        <a:xfrm>
          <a:off x="0" y="2066857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A34F4F-654C-4159-A3F1-84246D752077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562CD-4D6A-4623-8127-0CB26DA9ED2F}">
      <dsp:nvSpPr>
        <dsp:cNvPr id="0" name=""/>
        <dsp:cNvSpPr/>
      </dsp:nvSpPr>
      <dsp:spPr>
        <a:xfrm>
          <a:off x="1909124" y="2066857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Modern: stabil, glatt, lernfähig </a:t>
          </a:r>
        </a:p>
      </dsp:txBody>
      <dsp:txXfrm>
        <a:off x="1909124" y="2066857"/>
        <a:ext cx="5040315" cy="1652921"/>
      </dsp:txXfrm>
    </dsp:sp>
    <dsp:sp modelId="{42ABE026-AA88-402A-AB8F-6D1AA50FCFF0}">
      <dsp:nvSpPr>
        <dsp:cNvPr id="0" name=""/>
        <dsp:cNvSpPr/>
      </dsp:nvSpPr>
      <dsp:spPr>
        <a:xfrm>
          <a:off x="0" y="4133009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0D7375-5542-41C1-B6D5-66B868B3D7A9}">
      <dsp:nvSpPr>
        <dsp:cNvPr id="0" name=""/>
        <dsp:cNvSpPr/>
      </dsp:nvSpPr>
      <dsp:spPr>
        <a:xfrm>
          <a:off x="500008" y="4504916"/>
          <a:ext cx="909106" cy="909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95BA5-17B2-4639-BAE2-E0DD98527054}">
      <dsp:nvSpPr>
        <dsp:cNvPr id="0" name=""/>
        <dsp:cNvSpPr/>
      </dsp:nvSpPr>
      <dsp:spPr>
        <a:xfrm>
          <a:off x="1909124" y="4133009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Trend: </a:t>
          </a:r>
          <a:r>
            <a:rPr lang="en-US" sz="2500" b="1" kern="1200"/>
            <a:t>lernbare oder adaptive Aktivierungen</a:t>
          </a:r>
          <a:endParaRPr lang="en-US" sz="2500" kern="1200"/>
        </a:p>
      </dsp:txBody>
      <dsp:txXfrm>
        <a:off x="1909124" y="4133009"/>
        <a:ext cx="5040315" cy="16529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1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08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09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0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34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80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6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88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79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3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47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40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6969" y="603504"/>
            <a:ext cx="7274516" cy="160435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sz="2500" b="1" kern="1200" dirty="0" err="1">
                <a:latin typeface="+mj-lt"/>
                <a:ea typeface="+mj-ea"/>
                <a:cs typeface="+mj-cs"/>
              </a:rPr>
              <a:t>Optimierung</a:t>
            </a:r>
            <a:r>
              <a:rPr lang="en-US" sz="2500" b="1" kern="1200" dirty="0">
                <a:latin typeface="+mj-lt"/>
                <a:ea typeface="+mj-ea"/>
                <a:cs typeface="+mj-cs"/>
              </a:rPr>
              <a:t> der </a:t>
            </a:r>
            <a:r>
              <a:rPr lang="en-US" sz="2500" b="1" kern="1200" dirty="0" err="1">
                <a:latin typeface="+mj-lt"/>
                <a:ea typeface="+mj-ea"/>
                <a:cs typeface="+mj-cs"/>
              </a:rPr>
              <a:t>Verteilung</a:t>
            </a:r>
            <a:r>
              <a:rPr lang="en-US" sz="2500" b="1" kern="1200" dirty="0">
                <a:latin typeface="+mj-lt"/>
                <a:ea typeface="+mj-ea"/>
                <a:cs typeface="+mj-cs"/>
              </a:rPr>
              <a:t> von </a:t>
            </a:r>
            <a:r>
              <a:rPr lang="en-US" sz="2500" b="1" kern="1200" dirty="0" err="1">
                <a:latin typeface="+mj-lt"/>
                <a:ea typeface="+mj-ea"/>
                <a:cs typeface="+mj-cs"/>
              </a:rPr>
              <a:t>Aktivierungsfunktionen</a:t>
            </a:r>
            <a:r>
              <a:rPr lang="en-US" sz="2500" b="1" kern="1200" dirty="0">
                <a:latin typeface="+mj-lt"/>
                <a:ea typeface="+mj-ea"/>
                <a:cs typeface="+mj-cs"/>
              </a:rPr>
              <a:t> </a:t>
            </a:r>
            <a:r>
              <a:rPr lang="en-US" sz="2500" b="1" kern="1200" dirty="0" err="1">
                <a:latin typeface="+mj-lt"/>
                <a:ea typeface="+mj-ea"/>
                <a:cs typeface="+mj-cs"/>
              </a:rPr>
              <a:t>mittels</a:t>
            </a:r>
            <a:r>
              <a:rPr lang="en-US" sz="2500" b="1" kern="1200" dirty="0">
                <a:latin typeface="+mj-lt"/>
                <a:ea typeface="+mj-ea"/>
                <a:cs typeface="+mj-cs"/>
              </a:rPr>
              <a:t> </a:t>
            </a:r>
            <a:r>
              <a:rPr lang="en-US" sz="2500" b="1" kern="1200" dirty="0" err="1">
                <a:latin typeface="+mj-lt"/>
                <a:ea typeface="+mj-ea"/>
                <a:cs typeface="+mj-cs"/>
              </a:rPr>
              <a:t>evolutionärer</a:t>
            </a:r>
            <a:r>
              <a:rPr lang="en-US" sz="2500" b="1" kern="1200" dirty="0">
                <a:latin typeface="+mj-lt"/>
                <a:ea typeface="+mj-ea"/>
                <a:cs typeface="+mj-cs"/>
              </a:rPr>
              <a:t> </a:t>
            </a:r>
            <a:r>
              <a:rPr lang="en-US" sz="2500" b="1" kern="1200" dirty="0" err="1">
                <a:latin typeface="+mj-lt"/>
                <a:ea typeface="+mj-ea"/>
                <a:cs typeface="+mj-cs"/>
              </a:rPr>
              <a:t>Algorithmen</a:t>
            </a:r>
            <a:br>
              <a:rPr lang="en-US" sz="2500" b="1" kern="1200" dirty="0">
                <a:latin typeface="+mj-lt"/>
              </a:rPr>
            </a:br>
            <a:br>
              <a:rPr lang="en-US" sz="2500" dirty="0"/>
            </a:br>
            <a:r>
              <a:rPr lang="en-US" sz="2500" b="1" kern="1200" dirty="0">
                <a:latin typeface="+mj-lt"/>
                <a:ea typeface="+mj-ea"/>
                <a:cs typeface="+mj-cs"/>
              </a:rPr>
              <a:t> Natural Computation SS 2026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0C6AD9-90F8-7D98-7872-BB7B0617AE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97" r="9640" b="5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568533" y="2214282"/>
            <a:ext cx="5916169" cy="409507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 err="1"/>
              <a:t>Projektmitglieder</a:t>
            </a:r>
            <a:r>
              <a:rPr lang="en-US" b="1" dirty="0"/>
              <a:t>:</a:t>
            </a:r>
            <a:endParaRPr lang="en-US" dirty="0"/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/>
              <a:t>Ante Krajnovic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/>
              <a:t>Khalil Ibrahim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/>
              <a:t>Mitsuhiro Kitajima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/>
              <a:t>Peter Balint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 err="1"/>
              <a:t>Betreuer</a:t>
            </a:r>
            <a:r>
              <a:rPr lang="en-US" b="1" dirty="0"/>
              <a:t>:</a:t>
            </a:r>
            <a:r>
              <a:rPr lang="en-US" dirty="0"/>
              <a:t> Helmut Mayer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E52A60-7991-A26C-F901-70CCFE58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40"/>
            <a:ext cx="10872216" cy="1133856"/>
          </a:xfrm>
        </p:spPr>
        <p:txBody>
          <a:bodyPr anchor="t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Was </a:t>
            </a:r>
            <a:r>
              <a:rPr lang="en-US" b="0" dirty="0" err="1">
                <a:ea typeface="+mj-lt"/>
                <a:cs typeface="+mj-lt"/>
              </a:rPr>
              <a:t>sind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dirty="0" err="1">
                <a:ea typeface="+mj-lt"/>
                <a:cs typeface="+mj-lt"/>
              </a:rPr>
              <a:t>Aktivierungsfunktionen</a:t>
            </a:r>
            <a:r>
              <a:rPr lang="en-US" b="0" dirty="0">
                <a:ea typeface="+mj-lt"/>
                <a:cs typeface="+mj-lt"/>
              </a:rPr>
              <a:t>? </a:t>
            </a:r>
            <a:endParaRPr lang="en-US" dirty="0"/>
          </a:p>
        </p:txBody>
      </p:sp>
      <p:pic>
        <p:nvPicPr>
          <p:cNvPr id="6" name="Graphic 5" descr="Gehirn">
            <a:extLst>
              <a:ext uri="{FF2B5EF4-FFF2-40B4-BE49-F238E27FC236}">
                <a16:creationId xmlns:a16="http://schemas.microsoft.com/office/drawing/2014/main" id="{2A657382-E0A9-C8F4-B9EA-12FE5E8D18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792223"/>
            <a:ext cx="3698530" cy="3698530"/>
          </a:xfrm>
          <a:prstGeom prst="rect">
            <a:avLst/>
          </a:prstGeom>
        </p:spPr>
      </p:pic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0D8517D9-17CD-5DE8-B8FB-8D81F15590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823539"/>
              </p:ext>
            </p:extLst>
          </p:nvPr>
        </p:nvGraphicFramePr>
        <p:xfrm>
          <a:off x="4882551" y="1792224"/>
          <a:ext cx="6602154" cy="4517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480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85E97-DAB4-3009-1068-602D4530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r>
              <a:rPr lang="en-US" b="0" err="1">
                <a:ea typeface="+mj-lt"/>
                <a:cs typeface="+mj-lt"/>
              </a:rPr>
              <a:t>Klassische</a:t>
            </a:r>
            <a:r>
              <a:rPr lang="en-US" b="0">
                <a:ea typeface="+mj-lt"/>
                <a:cs typeface="+mj-lt"/>
              </a:rPr>
              <a:t> </a:t>
            </a:r>
            <a:r>
              <a:rPr lang="en-US" b="0" err="1">
                <a:ea typeface="+mj-lt"/>
                <a:cs typeface="+mj-lt"/>
              </a:rPr>
              <a:t>Aktivierungsfunktionen</a:t>
            </a:r>
            <a:r>
              <a:rPr lang="en-US" b="0">
                <a:ea typeface="+mj-lt"/>
                <a:cs typeface="+mj-lt"/>
              </a:rPr>
              <a:t> </a:t>
            </a:r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B46E791-9605-E6E6-5050-C0A0C62239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8500923"/>
              </p:ext>
            </p:extLst>
          </p:nvPr>
        </p:nvGraphicFramePr>
        <p:xfrm>
          <a:off x="1514856" y="2039112"/>
          <a:ext cx="9162288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6962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D6883-0F9C-8287-853D-484CD2DC4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1348F8A-8D23-5E9C-6B94-CCF56F7BD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B60DF-BBC7-B7AF-A9CA-EF639ABC9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Moderne </a:t>
            </a:r>
            <a:r>
              <a:rPr lang="en-US" b="0" dirty="0" err="1">
                <a:ea typeface="+mj-lt"/>
                <a:cs typeface="+mj-lt"/>
              </a:rPr>
              <a:t>Aktivierungsfunktionen</a:t>
            </a:r>
            <a:r>
              <a:rPr lang="en-US" b="0" dirty="0">
                <a:ea typeface="+mj-lt"/>
                <a:cs typeface="+mj-lt"/>
              </a:rPr>
              <a:t> </a:t>
            </a:r>
            <a:endParaRPr lang="en-US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C9EC368-A5A9-4F68-8032-BAC5F5F108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14856" y="2039112"/>
          <a:ext cx="9162288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568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0E7A827-4DD7-8A5A-4519-32BDA5CDB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75348D-3376-10BB-E89D-A72720D88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AEFC0-303F-070C-AE8F-3DB669F1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40"/>
            <a:ext cx="9307322" cy="1347322"/>
          </a:xfrm>
        </p:spPr>
        <p:txBody>
          <a:bodyPr anchor="t">
            <a:normAutofit/>
          </a:bodyPr>
          <a:lstStyle/>
          <a:p>
            <a:r>
              <a:rPr lang="en-US" b="0" dirty="0" err="1">
                <a:ea typeface="+mj-lt"/>
                <a:cs typeface="+mj-lt"/>
              </a:rPr>
              <a:t>Warum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dirty="0" err="1">
                <a:ea typeface="+mj-lt"/>
                <a:cs typeface="+mj-lt"/>
              </a:rPr>
              <a:t>neue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dirty="0" err="1">
                <a:ea typeface="+mj-lt"/>
                <a:cs typeface="+mj-lt"/>
              </a:rPr>
              <a:t>Aktivierungsfunktionen</a:t>
            </a:r>
            <a:r>
              <a:rPr lang="en-US" b="0" dirty="0">
                <a:ea typeface="+mj-lt"/>
                <a:cs typeface="+mj-lt"/>
              </a:rPr>
              <a:t>?</a:t>
            </a:r>
            <a:endParaRPr lang="en-US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3F22313-11AF-4C89-0823-D376E54C3DD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32424" y="1899631"/>
          <a:ext cx="7333128" cy="4011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0492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8E354-FD28-580A-D327-BDE049F4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b="0" dirty="0" err="1">
                <a:ea typeface="+mj-lt"/>
                <a:cs typeface="+mj-lt"/>
              </a:rPr>
              <a:t>Kurzvergleich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D4F684-9E79-947B-DB50-242DA2C65B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1049827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9076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2712A-D857-A2CB-BF98-932F5F13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r>
              <a:rPr lang="en-US" b="0" err="1"/>
              <a:t>Wichtige</a:t>
            </a:r>
            <a:r>
              <a:rPr lang="en-US" b="0"/>
              <a:t> </a:t>
            </a:r>
            <a:r>
              <a:rPr lang="en-US" b="0" err="1"/>
              <a:t>Referenzen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795BD-B0AE-A3FE-903A-584DA47A8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481" y="2495774"/>
            <a:ext cx="8278892" cy="327342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 dirty="0"/>
          </a:p>
          <a:p>
            <a:r>
              <a:rPr lang="en-US" sz="1800"/>
              <a:t>Goodfellow et al. (2016) – Deep Learning </a:t>
            </a:r>
            <a:endParaRPr lang="en-US" sz="1800" dirty="0"/>
          </a:p>
          <a:p>
            <a:r>
              <a:rPr lang="en-US" sz="1800" dirty="0"/>
              <a:t>Nair &amp; Hinton (2010) – </a:t>
            </a:r>
            <a:r>
              <a:rPr lang="en-US" sz="1800" dirty="0" err="1"/>
              <a:t>ReLU</a:t>
            </a:r>
            <a:r>
              <a:rPr lang="en-US" sz="1800" dirty="0"/>
              <a:t> </a:t>
            </a:r>
          </a:p>
          <a:p>
            <a:r>
              <a:rPr lang="en-US" sz="1800" dirty="0"/>
              <a:t>Maas et al. (2013) – Leaky </a:t>
            </a:r>
            <a:r>
              <a:rPr lang="en-US" sz="1800" dirty="0" err="1"/>
              <a:t>ReLU</a:t>
            </a:r>
            <a:r>
              <a:rPr lang="en-US" sz="1800" dirty="0"/>
              <a:t> </a:t>
            </a:r>
          </a:p>
          <a:p>
            <a:r>
              <a:rPr lang="en-US" sz="1800"/>
              <a:t>Clevert et al. (2015) – ELU </a:t>
            </a:r>
            <a:endParaRPr lang="en-US" sz="1800" dirty="0"/>
          </a:p>
          <a:p>
            <a:r>
              <a:rPr lang="en-US" sz="1800"/>
              <a:t>Ramachandran et al. (2017) – Swish </a:t>
            </a:r>
            <a:endParaRPr lang="en-US" sz="1800" dirty="0"/>
          </a:p>
          <a:p>
            <a:r>
              <a:rPr lang="en-US" sz="1800"/>
              <a:t>Hendrycks &amp; Gimpel (</a:t>
            </a:r>
            <a:r>
              <a:rPr lang="en-US" sz="1800">
                <a:ea typeface="+mn-lt"/>
                <a:cs typeface="+mn-lt"/>
              </a:rPr>
              <a:t>2016) – GELU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7649535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VanillaVTI</vt:lpstr>
      <vt:lpstr>Optimierung der Verteilung von Aktivierungsfunktionen mittels evolutionärer Algorithmen   Natural Computation SS 2026</vt:lpstr>
      <vt:lpstr>Was sind Aktivierungsfunktionen? </vt:lpstr>
      <vt:lpstr>Klassische Aktivierungsfunktionen </vt:lpstr>
      <vt:lpstr>Moderne Aktivierungsfunktionen </vt:lpstr>
      <vt:lpstr>Warum neue Aktivierungsfunktionen?</vt:lpstr>
      <vt:lpstr>Kurzvergleich</vt:lpstr>
      <vt:lpstr>Wichtige Referenzen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249</cp:revision>
  <dcterms:created xsi:type="dcterms:W3CDTF">2026-05-05T19:02:22Z</dcterms:created>
  <dcterms:modified xsi:type="dcterms:W3CDTF">2026-05-18T16:57:00Z</dcterms:modified>
</cp:coreProperties>
</file>