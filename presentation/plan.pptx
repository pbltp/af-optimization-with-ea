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BB088-9EE9-4675-96F1-E33C790C10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47299-819A-48DC-9BE3-ED7A841536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54D734-6C18-499A-9B70-17F624350A9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planning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 optimization with evolutionary algorithm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Tools to use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PyTorch (ML framework)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(code sharing)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LaTeX (as mandated)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Roadmap (1/2)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idea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roadmap (←we are here)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basics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 of AF to neuron &amp; dynamic updating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Roadmap (2/2)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basic algorithm to evolve the AF distribution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EA (based on design)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Experiment with changing 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Selection, mutation, etc.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Finalize report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Divison of Labor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references/related previous 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appropriate activation functions to try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dynamic AF assignment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Experiment with modifying the EA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Report editing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your attention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2026-04-22T01:26:51Z</dcterms:created>
  <dc:creator/>
  <dc:description/>
  <dc:language>en-US</dc:language>
  <cp:lastModifiedBy/>
  <dcterms:modified xsi:type="dcterms:W3CDTF">2026-04-22T03:06:30Z</dcterms:modified>
  <cp:revision>1</cp:revision>
  <dc:subject/>
  <dc:title/>
</cp:coreProperties>
</file>